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5" r:id="rId4"/>
    <p:sldId id="264" r:id="rId5"/>
    <p:sldId id="258" r:id="rId6"/>
    <p:sldId id="271" r:id="rId7"/>
    <p:sldId id="261" r:id="rId8"/>
    <p:sldId id="265" r:id="rId9"/>
    <p:sldId id="263" r:id="rId10"/>
    <p:sldId id="272" r:id="rId11"/>
    <p:sldId id="273" r:id="rId12"/>
    <p:sldId id="262" r:id="rId13"/>
    <p:sldId id="277" r:id="rId14"/>
    <p:sldId id="25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1A468E"/>
    <a:srgbClr val="235DBE"/>
    <a:srgbClr val="8CAFE9"/>
    <a:srgbClr val="6F9BE4"/>
    <a:srgbClr val="678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94660"/>
  </p:normalViewPr>
  <p:slideViewPr>
    <p:cSldViewPr snapToGrid="0" showGuides="1">
      <p:cViewPr>
        <p:scale>
          <a:sx n="35" d="100"/>
          <a:sy n="35" d="100"/>
        </p:scale>
        <p:origin x="1628" y="564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8:28.0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37 219 24575,'1'-41'0,"-2"-45"0,0 83 0,1-1 0,-1 1 0,0-1 0,-1 1 0,1-1 0,-3-4 0,2 5 0,0 0 0,1-1 0,0 1 0,-1 0 0,1-1 0,0 1 0,0-8 0,1 10 0,0-1 0,0 1 0,0-1 0,0 0 0,-1 1 0,1-1 0,0 1 0,-1-1 0,1 1 0,-1-1 0,1 1 0,-1-1 0,0 1 0,0-1 0,0 1 0,0 0 0,0 0 0,-1-2 0,1 5 0,1 1 0,-1-1 0,0 0 0,1 0 0,-1 1 0,1-1 0,0 0 0,0 1 0,0-1 0,0 3 0,1 102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8:44.7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261 563 24556,'-260'-563'0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8:38.5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210 283 24575,'-12'-21'0,"-23"-31"0,11 17 0,-45-53 0,33 39 0,2 11-1365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8:41.3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172 400 24575,'0'-14'0,"-2"0"0,1 0 0,-1 0 0,-1 1 0,-8-24 0,-31-60 0,36 86 0,-9-23 0,6 13 0,-1 1 0,-21-33 0,20 34 0,10 16 0,0 0 0,0 1 0,0-1 0,0 1 0,-1-1 0,1 1 0,-1-1 0,0 1 0,0 0 0,1 0 0,-1 0 0,-1 0 0,1 0 0,-5-3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9:06.0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571 448 24575,'0'-3'0,"-1"0"0,1 0 0,-1 0 0,0 0 0,0 1 0,0-1 0,0 0 0,0 0 0,-1 1 0,1-1 0,-3-2 0,-24-28 0,18 20 0,-2 1 0,1 1 0,-25-19 0,-12-12 0,-58-61 0,93 93 0,-1 0 0,-29-15 0,19 12 0,-36-19 0,47 26 0,0-1 0,1 0 0,0 0 0,-20-18 0,27 20 0,-10-11 0,15 15 0,-1 1 0,1 0 0,-1-1 0,1 1 0,0 0 0,-1-1 0,1 1 0,-1 0 0,1 0 0,-1-1 0,1 1 0,-1 0 0,1 0 0,-1 0 0,1 0 0,-1 0 0,1-1 0,-1 1 0,1 0 0,-1 0 0,1 0 0,-1 1 0,0-1 0,1 0 0,-1 0 0,1 0 0,-1 0 0,1 0 0,-1 1 0,0-1 0,1 1 0,0-1 0,0 1 0,-1 0 0,1-1 0,0 1 0,0-1 0,0 1 0,0 0 0,0-1 0,0 1 0,0 0 0,0-1 0,0 1 0,0-1 0,1 1 0,-1 0 0,0-1 0,0 1 0,1-1 0,-1 1 0,0-1 0,1 1 0,-1-1 0,0 1 0,1-1 0,-1 1 0,1-1 0,-1 1 0,0-1 0,2 1 0,18 18 0,-17-16 0,21 20 0,-11-10 0,0-1 0,1 0 0,29 20 0,9-6 0,17 10 0,-53-24 0,-1 0 0,16 16 0,12 10 0,7 9 0,-23-19 0,-12-14 0,-8-7 0,0 0 0,1 0 0,0-1 0,12 8 0,-15-10 0,0 1 0,0 0 0,0 0 0,-1 0 0,0 0 0,0 0 0,5 10 0,3 3 0,47 58 0,-55-67 0,-10-8 0,-11-11 0,-50-63 0,54 55 0,11 14 0,-1 0 0,0 1 0,1-1 0,-1 1 0,-1-1 0,-5-4 0,7 6 0,-1 0 0,1-1 0,0 1 0,0-1 0,0 0 0,-2-5 0,-10-12 0,1 7 0,6 5 0,0 1 0,-1-1 0,0 2 0,0-1 0,0 1 0,-1 0 0,-10-5 0,17 10 0,0 0 0,1 0 0,-1-1 0,1 1 0,-1 0 0,1-1 0,0 1 0,-1-1 0,1 0 0,0 1 0,-1-3 0,-13-14 0,5 9 0,0 0 0,0 0 0,-14-19 0,-9-9 0,-27-25 0,18 25 0,39 35 0,1 1 0,-1-1 0,0 1 0,0 0 0,1 0 0,-1 0 0,0 1 0,0-1 0,0 1 0,0-1 0,0 1 0,0 0 0,-4 0 0,3 1 0,1-1 0,-1 0 0,1-1 0,-1 1 0,0-1 0,1 1 0,-1-1 0,1 0 0,0-1 0,-5-1 0,1-1 0,1 1 0,-1-1 0,0 1 0,0 1 0,-12-4 0,1 1 0,16 4 0,0 1 0,1-1 0,-1 0 0,0 1 0,1-1 0,-1 0 0,1 0 0,-1 0 0,1 0 0,-1-1 0,1 1 0,0 0 0,0-1 0,0 1 0,-2-2 0,3 2 0,0 1 0,0 0 0,0 0 0,0-1 0,0 1 0,0 0 0,-1-1 0,1 1 0,0 0 0,0-1 0,0 1 0,0 0 0,0-1 0,0 1 0,0 0 0,1 0 0,-1-1 0,0 1 0,0 0 0,0-1 0,0 1 0,0 0 0,0-1 0,1 1 0,-1 0 0,0 0 0,0-1 0,0 1 0,1 0 0,0-1 0,0 0 0,0 1 0,0 0 0,0-1 0,0 1 0,1-1 0,-1 1 0,0 0 0,0 0 0,0 0 0,0 0 0,3 0 0,197 9 0,-148-2 0,0 2 0,-1 2 0,77 28 0,-68-18 0,-16-5 0,80 19 0,-93-33 0,-30-3 0,-20 1 0,11 0 0,0 0 0,1 0 0,-1 1 0,0 0 0,0 0 0,1 1 0,-1 0 0,1 0 0,-1 0 0,1 1 0,0 0 0,0 0 0,0 1 0,1-1 0,-1 1 0,1 0 0,-10 10 0,13-11 0,-1-1 0,0 1 0,1-1 0,-1 0 0,0 0 0,0 0 0,0 0 0,-1 0 0,1-1 0,0 1 0,-1-1 0,-5 1 0,3-1 0,1-1 0,-1-1 0,0 1 0,1-1 0,-1 0 0,1 0 0,-9-3 0,13 3 0,-1 1 0,1-1 0,0 1 0,0 0 0,0-1 0,0 1 0,-1 0 0,1 0 0,0 0 0,0 0 0,0 0 0,-1 0 0,1 0 0,0 0 0,0 0 0,-1 0 0,1 1 0,0-1 0,0 1 0,0-1 0,0 1 0,-2 0 0,3 0 0,0 0 0,0 0 0,-1 0 0,1 0 0,0 0 0,0 0 0,0 1 0,0-1 0,1 0 0,-1 0 0,0 0 0,0 0 0,1 0 0,-1 0 0,0 0 0,1 0 0,-1 0 0,1 0 0,-1 0 0,1 0 0,0 0 0,-1 0 0,1-1 0,1 2 0,25 28 0,-21-24 0,1 1 0,-1 0 0,6 9 0,12 20 0,23 41 0,-42-68 0,-1 0 0,0 1 0,-1-1 0,0 1 0,0 0 0,1 18 0,-2-19 0,0 0 0,0-1 0,0 1 0,5 9 0,-4-10 0,0 0 0,-1 1 0,0-1 0,2 12 0,-3-17-41,-1 0-1,1 1 1,0-1 0,0 0-1,1 0 1,-1 0-1,1 0 1,-1 0 0,1-1-1,0 1 1,0 0 0,0-1-1,0 0 1,1 1-1,-1-1 1,6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12EAD-0B59-4C28-A98B-737EC5CDE49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5101B-1A0C-4517-B682-56FBCF30F8A9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0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2EB5-BEEA-4EFC-6FBE-D45E938C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6F42C4-B06D-CF6D-5FC5-FF88304F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F89269-17AF-CC9C-1326-239CD24D3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955A42-E7D5-FE72-D086-7BF491C8C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33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6545-FA37-3A40-9873-FC424E91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0CEB6-082D-8499-BC66-DEA0AA7A2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DD319B-9A7D-27DA-4392-D385C6CAD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93C57-0BC4-EEC6-808B-47B350289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468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18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4824-72BF-74B9-FA65-3E078BDE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2AB4B0-F2DF-9E2A-CA7B-95885B0B8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558807-88A2-DE6E-A6B9-0FBA84B77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74DB80-5F7A-E9FF-FF66-C7F99FC27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3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0F434-53B4-DD28-F4F2-3332EE02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1147EC-56F8-7D29-19FD-057720F24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1989D-826A-8C40-C4B1-D3608817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41A23-73DF-440E-4D58-977EAD07B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81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1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E902-902B-9D8C-2A02-2E0B8698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548F1-D4EE-3889-8076-9D021BBAF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FFBE61-582C-BED9-79E4-F77F6CCDB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27EC6-A538-4B57-9741-774AE9BB7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7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21D77-5935-77F5-2370-CDA1B2229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B255E-7EEA-E5A5-2C37-5D12A0AEE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EBCFA-6E1E-6688-EC69-6704B9A8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6DA24-854E-AD72-3A3F-C0ED29AB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E9DFC-DBE1-A9B8-E08B-6D1B8FC4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05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43649-3096-2BBF-7709-78BB13E6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EDA9B-AC24-4F9B-8FF1-0992DC81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987AA-65BB-46B6-F9C3-BE5BEFBB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CF9E8-08BB-3FD0-E466-3B8D092D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698C1-7487-71F7-2086-435E43D3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1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DD667-F883-0F47-D5F0-0C1DEC2F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34389-6777-6361-589F-B089EA246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AD1FB-5BD1-0A21-2509-7191540E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9F86E-FE7C-F67B-BA22-49722A99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29DCAD-0E07-080E-8BBB-E2E8A970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B18D2-7A7A-43BA-7132-600DBF5C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357BE-222B-C46B-F89D-5429D28E4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1276F5-E196-211C-B10F-1C6500D8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F7CFBE-78E9-CCB7-101A-349DE0BC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6969B8-4B5E-10A6-11C3-427074FF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22868-F060-8606-C0E8-7AC53038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72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4253D-26D6-D75C-D633-9DD18C68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5CE258-7A87-FDA2-4D34-EE579C15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04E49D-3311-2AE7-0593-A19A8AA6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5B613-795A-8C79-1415-797E67458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C601EB-D5CE-B015-C240-7849BC030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B5D4EB-46F0-A9DA-286D-156BEF7E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18D9E7-3463-0417-9AF9-6E9A3391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624081-99CB-F5C4-DAFA-202C4332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4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C03A8-7631-66A1-7DBA-07D76123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B67FD1-9F87-90D4-AE26-55AD51D2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D0BB77-D9A3-2171-C2BE-7DD86C9D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2AF973-B6C3-AA11-2FC2-F6FC6236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15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0BFBE8-BC8E-1D20-B552-8F4FB432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183086-1AAF-3EE8-F057-827AD8AC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1015EB-D066-53D6-9495-B7080024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63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24AD9-6203-F0CE-E4BD-5D7F94BD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C85B5-E794-DD7A-7197-A83A964DE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34146A-1F7B-E879-C1C8-F98886A30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63FEE6-31CA-6165-53C7-C96BAC87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87355-7E2A-4070-6672-E526ED84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E974FD-6948-1DC4-92A1-58B1B684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9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5DF09-1603-BB49-FFF2-6F606B07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B7EB9F-3D59-2F78-8346-9AD4691FB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89E1E6-22CE-3AE4-B40E-1FB573B86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78AE7A-9291-3EE9-8948-78A3FBC2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6C4F89-598C-84C6-2747-CAF7B39E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E0543-12C9-D65A-A579-A4CD004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56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87E1F-B411-5D74-E35E-DABFB1F6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B94F5E-BFC1-56B1-55A7-025D0F3D7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54274-AB89-BF1D-270D-B21C78D2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3326A-D37A-DCAE-8025-CD286A04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6DC2C-6CFA-CD42-BD31-29A7525A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8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BE0BC6-2AEF-9BD4-F144-BFE5E2BC2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95842D-88B6-4B78-FC91-AD4DA0A30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EEAF2-49B0-1517-4D22-CAC718A4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C901A-3607-80FD-4059-1E062E59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3FA2F-C341-164A-FD06-A7EC5A6A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7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F638C9-8B73-438B-058C-79795D5B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E150B6-F87C-3295-06D7-DA9DA7D2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966F9-350D-5B46-0654-AD62BCE18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9E61D8-5CE3-0D78-CAC4-628B58195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C0969-9CE2-7AD3-B8E5-74319404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58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0.png"/><Relationship Id="rId4" Type="http://schemas.openxmlformats.org/officeDocument/2006/relationships/image" Target="../media/image80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94107B3-455A-0BFB-0357-9D8CBCBB198D}"/>
              </a:ext>
            </a:extLst>
          </p:cNvPr>
          <p:cNvSpPr/>
          <p:nvPr/>
        </p:nvSpPr>
        <p:spPr>
          <a:xfrm>
            <a:off x="-133311" y="-73474"/>
            <a:ext cx="4351349" cy="10485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B638619D-7939-9EC5-ECC9-63B294153ED7}"/>
              </a:ext>
            </a:extLst>
          </p:cNvPr>
          <p:cNvSpPr/>
          <p:nvPr/>
        </p:nvSpPr>
        <p:spPr>
          <a:xfrm flipV="1">
            <a:off x="4218038" y="0"/>
            <a:ext cx="8200104" cy="5073445"/>
          </a:xfrm>
          <a:prstGeom prst="triangl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40A1D52E-0B8F-447E-A80D-291821BB6AB1}"/>
              </a:ext>
            </a:extLst>
          </p:cNvPr>
          <p:cNvSpPr/>
          <p:nvPr/>
        </p:nvSpPr>
        <p:spPr>
          <a:xfrm rot="5400000" flipV="1">
            <a:off x="7175190" y="1529016"/>
            <a:ext cx="6253316" cy="3799968"/>
          </a:xfrm>
          <a:prstGeom prst="triangl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A33A92F6-E860-03D1-A4B8-02875647035F}"/>
              </a:ext>
            </a:extLst>
          </p:cNvPr>
          <p:cNvSpPr/>
          <p:nvPr/>
        </p:nvSpPr>
        <p:spPr>
          <a:xfrm rot="10800000" flipV="1">
            <a:off x="5466734" y="4070757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6569B8-F6E8-C891-D3BE-FF27DB19B36C}"/>
              </a:ext>
            </a:extLst>
          </p:cNvPr>
          <p:cNvCxnSpPr>
            <a:cxnSpLocks/>
          </p:cNvCxnSpPr>
          <p:nvPr/>
        </p:nvCxnSpPr>
        <p:spPr>
          <a:xfrm>
            <a:off x="648929" y="4088753"/>
            <a:ext cx="5692877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92E273-FABA-3689-344C-355713C20657}"/>
              </a:ext>
            </a:extLst>
          </p:cNvPr>
          <p:cNvSpPr/>
          <p:nvPr/>
        </p:nvSpPr>
        <p:spPr>
          <a:xfrm>
            <a:off x="648929" y="3637038"/>
            <a:ext cx="1624714" cy="3798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2400" dirty="0">
                <a:latin typeface="+mj-lt"/>
              </a:rPr>
              <a:t>BUT R&amp;T</a:t>
            </a:r>
            <a:endParaRPr lang="zh-CN" altLang="en-US" sz="2400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DBF4F4-3C5E-0A28-2503-E234929F1624}"/>
              </a:ext>
            </a:extLst>
          </p:cNvPr>
          <p:cNvSpPr/>
          <p:nvPr/>
        </p:nvSpPr>
        <p:spPr>
          <a:xfrm>
            <a:off x="469557" y="2021189"/>
            <a:ext cx="4997177" cy="716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/>
              <a:t>PRÉSENTATION</a:t>
            </a:r>
            <a:r>
              <a:rPr lang="fr-FR" sz="4800" dirty="0"/>
              <a:t> 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6223D-28FA-3BC2-EB2E-670247A45D6E}"/>
              </a:ext>
            </a:extLst>
          </p:cNvPr>
          <p:cNvSpPr/>
          <p:nvPr/>
        </p:nvSpPr>
        <p:spPr>
          <a:xfrm rot="229580">
            <a:off x="271592" y="2901345"/>
            <a:ext cx="4997177" cy="71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</a:rPr>
              <a:t>DOMICILOMETRE </a:t>
            </a:r>
            <a:r>
              <a:rPr lang="fr-FR" b="1" dirty="0">
                <a:solidFill>
                  <a:schemeClr val="tx1"/>
                </a:solidFill>
              </a:rPr>
              <a:t>étudiant</a:t>
            </a:r>
            <a:endParaRPr lang="fr-FR" sz="3600" b="1" dirty="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32C164-735A-494E-28CA-5B5BF8A38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9" y="0"/>
            <a:ext cx="1097888" cy="87493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59FB4C7-684A-D974-EAE1-AEB0F5AF7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473" y="4160600"/>
            <a:ext cx="2518327" cy="19094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4434BEC-CFC1-5EE7-FAFD-5822269BD5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43" y="83489"/>
            <a:ext cx="1447020" cy="734641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AED854E-78B3-FE70-180D-D02F08849A0D}"/>
              </a:ext>
            </a:extLst>
          </p:cNvPr>
          <p:cNvCxnSpPr/>
          <p:nvPr/>
        </p:nvCxnSpPr>
        <p:spPr>
          <a:xfrm>
            <a:off x="1190577" y="60736"/>
            <a:ext cx="0" cy="836687"/>
          </a:xfrm>
          <a:prstGeom prst="line">
            <a:avLst/>
          </a:prstGeom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EA0079E-77F9-978C-C796-DB52F4221F37}"/>
              </a:ext>
            </a:extLst>
          </p:cNvPr>
          <p:cNvCxnSpPr/>
          <p:nvPr/>
        </p:nvCxnSpPr>
        <p:spPr>
          <a:xfrm>
            <a:off x="2697354" y="60736"/>
            <a:ext cx="0" cy="836687"/>
          </a:xfrm>
          <a:prstGeom prst="line">
            <a:avLst/>
          </a:prstGeom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F2C23E3B-7292-15F7-89F8-88D2CA696B6D}"/>
              </a:ext>
            </a:extLst>
          </p:cNvPr>
          <p:cNvSpPr txBox="1"/>
          <p:nvPr/>
        </p:nvSpPr>
        <p:spPr>
          <a:xfrm>
            <a:off x="2687701" y="0"/>
            <a:ext cx="40195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Mohamed HATTAB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Bilal BOUHOUT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Arif ALTINKAYNAK</a:t>
            </a:r>
            <a:endParaRPr lang="zh-CN" altLang="en-US" sz="1400" dirty="0">
              <a:latin typeface="+mj-lt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EF8DCAE-8559-CB0D-122B-02C3901D6D8F}"/>
              </a:ext>
            </a:extLst>
          </p:cNvPr>
          <p:cNvSpPr/>
          <p:nvPr/>
        </p:nvSpPr>
        <p:spPr>
          <a:xfrm>
            <a:off x="-714389" y="6516984"/>
            <a:ext cx="4351349" cy="569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8597BC05-B1D9-7877-69D3-488206F83FC9}"/>
              </a:ext>
            </a:extLst>
          </p:cNvPr>
          <p:cNvSpPr txBox="1"/>
          <p:nvPr/>
        </p:nvSpPr>
        <p:spPr>
          <a:xfrm>
            <a:off x="280626" y="6508659"/>
            <a:ext cx="401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Jury :                               Dates : Avril 2026</a:t>
            </a:r>
            <a:endParaRPr lang="zh-CN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299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83681 L 0.00703 0.0076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-414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0261 0 L 0.00703 0.0076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79" y="37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75 -1.28102 L 0.00026 -0.0099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1" y="6356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5" grpId="0" animBg="1"/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F73A-30E4-E83F-4D9F-2F1B9827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1E0861F-5DEA-5652-8916-85BFF0524AC3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1F2715-5891-7BF8-D633-1B756D75AE17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E127FA70-D9F1-F5DF-210F-994AB16942E4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5CB99711-D6F2-4BE5-A634-2878527DAD4F}"/>
              </a:ext>
            </a:extLst>
          </p:cNvPr>
          <p:cNvSpPr/>
          <p:nvPr/>
        </p:nvSpPr>
        <p:spPr>
          <a:xfrm rot="10800000" flipV="1">
            <a:off x="8413540" y="784520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70A5AB6A-E995-9882-2713-19906843B6CE}"/>
              </a:ext>
            </a:extLst>
          </p:cNvPr>
          <p:cNvSpPr/>
          <p:nvPr/>
        </p:nvSpPr>
        <p:spPr>
          <a:xfrm rot="2148085" flipV="1">
            <a:off x="10650361" y="-3443297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30C45A00-B5E7-D6FC-674C-85FADA883DFE}"/>
              </a:ext>
            </a:extLst>
          </p:cNvPr>
          <p:cNvSpPr/>
          <p:nvPr/>
        </p:nvSpPr>
        <p:spPr>
          <a:xfrm rot="2148085" flipV="1">
            <a:off x="10253383" y="-3735309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C732DFEC-9443-BEB7-B3E1-CD91014C8323}"/>
              </a:ext>
            </a:extLst>
          </p:cNvPr>
          <p:cNvSpPr/>
          <p:nvPr/>
        </p:nvSpPr>
        <p:spPr>
          <a:xfrm rot="10800000" flipV="1">
            <a:off x="6735034" y="8266409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FF329C90-DBAF-B94A-6A86-D66A24C86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77" y="3473210"/>
            <a:ext cx="1785938" cy="177165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A717CDA-4582-93BE-5E03-997C44BD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135" y="1975087"/>
            <a:ext cx="2663394" cy="15037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37A4BF38-5709-8592-7F29-CAC3BF99C8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715" y="3385666"/>
            <a:ext cx="2022372" cy="200097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49F866AE-601D-1C7D-4B08-228C047A74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281" y="2990850"/>
            <a:ext cx="1481137" cy="1609724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8627ABE-B26C-7C9B-5A76-94C68B425E56}"/>
              </a:ext>
            </a:extLst>
          </p:cNvPr>
          <p:cNvCxnSpPr/>
          <p:nvPr/>
        </p:nvCxnSpPr>
        <p:spPr>
          <a:xfrm flipV="1">
            <a:off x="2079057" y="2990850"/>
            <a:ext cx="798897" cy="804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FED67B4B-BDD6-B9EC-02C5-EF97B4E374DB}"/>
              </a:ext>
            </a:extLst>
          </p:cNvPr>
          <p:cNvCxnSpPr/>
          <p:nvPr/>
        </p:nvCxnSpPr>
        <p:spPr>
          <a:xfrm>
            <a:off x="5842535" y="2829827"/>
            <a:ext cx="1010652" cy="563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7C13606-735B-0883-B9F0-800D6DF8EC1A}"/>
              </a:ext>
            </a:extLst>
          </p:cNvPr>
          <p:cNvCxnSpPr/>
          <p:nvPr/>
        </p:nvCxnSpPr>
        <p:spPr>
          <a:xfrm flipV="1">
            <a:off x="8855147" y="3619099"/>
            <a:ext cx="1289880" cy="176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59F12BA6-CC42-A8AE-0527-073E6747B423}"/>
              </a:ext>
            </a:extLst>
          </p:cNvPr>
          <p:cNvCxnSpPr/>
          <p:nvPr/>
        </p:nvCxnSpPr>
        <p:spPr>
          <a:xfrm flipH="1">
            <a:off x="8951495" y="4175550"/>
            <a:ext cx="1299786" cy="2106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C1ABC1EE-E41B-80E9-23F5-B3F65315E906}"/>
              </a:ext>
            </a:extLst>
          </p:cNvPr>
          <p:cNvCxnSpPr>
            <a:cxnSpLocks/>
          </p:cNvCxnSpPr>
          <p:nvPr/>
        </p:nvCxnSpPr>
        <p:spPr>
          <a:xfrm flipH="1">
            <a:off x="5656716" y="4877607"/>
            <a:ext cx="1080700" cy="36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3417D6DD-0851-EBDB-186E-23A201331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373" y="4647792"/>
            <a:ext cx="2473748" cy="13942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B02CCD8E-E304-A7D3-0605-1E9DCBBE45D3}"/>
              </a:ext>
            </a:extLst>
          </p:cNvPr>
          <p:cNvCxnSpPr>
            <a:cxnSpLocks/>
          </p:cNvCxnSpPr>
          <p:nvPr/>
        </p:nvCxnSpPr>
        <p:spPr>
          <a:xfrm flipH="1" flipV="1">
            <a:off x="2079057" y="5244860"/>
            <a:ext cx="798897" cy="429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2B65A5E2-1A31-7291-3F07-ECD3DC148ED9}"/>
              </a:ext>
            </a:extLst>
          </p:cNvPr>
          <p:cNvSpPr txBox="1"/>
          <p:nvPr/>
        </p:nvSpPr>
        <p:spPr>
          <a:xfrm>
            <a:off x="7123627" y="5430173"/>
            <a:ext cx="1684517" cy="373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Serveur / json</a:t>
            </a:r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1A5A3EF6-F1EE-0015-8A1A-79DE41417A4C}"/>
              </a:ext>
            </a:extLst>
          </p:cNvPr>
          <p:cNvGrpSpPr/>
          <p:nvPr/>
        </p:nvGrpSpPr>
        <p:grpSpPr>
          <a:xfrm>
            <a:off x="2459282" y="125358"/>
            <a:ext cx="6742775" cy="1255321"/>
            <a:chOff x="2459282" y="125358"/>
            <a:chExt cx="6742775" cy="1255321"/>
          </a:xfrm>
        </p:grpSpPr>
        <p:sp>
          <p:nvSpPr>
            <p:cNvPr id="55" name="任意多边形: 形状 7">
              <a:extLst>
                <a:ext uri="{FF2B5EF4-FFF2-40B4-BE49-F238E27FC236}">
                  <a16:creationId xmlns:a16="http://schemas.microsoft.com/office/drawing/2014/main" id="{8DB5C225-67A2-982E-C895-77662918C93A}"/>
                </a:ext>
              </a:extLst>
            </p:cNvPr>
            <p:cNvSpPr/>
            <p:nvPr/>
          </p:nvSpPr>
          <p:spPr>
            <a:xfrm rot="16200000">
              <a:off x="5203009" y="-2618369"/>
              <a:ext cx="1255321" cy="6742775"/>
            </a:xfrm>
            <a:prstGeom prst="flowChartPunchedTap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2AFC1F6-FDF6-8F73-0CCF-D7CE6F811BA7}"/>
                </a:ext>
              </a:extLst>
            </p:cNvPr>
            <p:cNvSpPr txBox="1"/>
            <p:nvPr/>
          </p:nvSpPr>
          <p:spPr>
            <a:xfrm>
              <a:off x="4117346" y="361950"/>
              <a:ext cx="37301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>
                  <a:solidFill>
                    <a:schemeClr val="bg1"/>
                  </a:solidFill>
                </a:rPr>
                <a:t>Schema Global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301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30162 L -0.0246 -0.41598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-3588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7 -0.45648 L -0.17552 0.28588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68" y="3713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7 -0.45648 L -0.13399 0.27778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84" y="3671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30162 L -0.01054 -0.42847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-3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" grpId="0" animBg="1"/>
      <p:bldP spid="8" grpId="0" animBg="1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B242D-576A-3DB5-1DE4-CFA0C0A7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9A1E1BA-A056-630E-0D87-9220DB3D8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85" y="1794309"/>
            <a:ext cx="8986652" cy="4192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0DC6401-1A9D-2F5E-0152-19E05BF1B341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D814DB-3A90-9D40-2787-D8C416489A78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6C271A29-F93E-FA74-9FB0-71BDAF8873E4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6718BADF-978B-D0D5-03AE-B372848C86BA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649E88D0-DE50-AD04-2343-3631B1F075BF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8D175B50-4CEE-EDA4-2828-EFCA0EC1C773}"/>
              </a:ext>
            </a:extLst>
          </p:cNvPr>
          <p:cNvSpPr/>
          <p:nvPr/>
        </p:nvSpPr>
        <p:spPr>
          <a:xfrm rot="2148085" flipV="1">
            <a:off x="7989016" y="-1094441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A26F5189-93EB-71A6-CC75-3D0303D10815}"/>
              </a:ext>
            </a:extLst>
          </p:cNvPr>
          <p:cNvSpPr/>
          <p:nvPr/>
        </p:nvSpPr>
        <p:spPr>
          <a:xfrm rot="10800000" flipV="1">
            <a:off x="6618514" y="525744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5D25620C-4DA2-8C04-F7E8-A7DC005D6FD4}"/>
              </a:ext>
            </a:extLst>
          </p:cNvPr>
          <p:cNvSpPr/>
          <p:nvPr/>
        </p:nvSpPr>
        <p:spPr>
          <a:xfrm rot="16200000">
            <a:off x="5161666" y="-2484600"/>
            <a:ext cx="1234846" cy="6416999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F8488C-3A1E-D4DD-C796-CDE84BA96106}"/>
              </a:ext>
            </a:extLst>
          </p:cNvPr>
          <p:cNvSpPr txBox="1"/>
          <p:nvPr/>
        </p:nvSpPr>
        <p:spPr>
          <a:xfrm>
            <a:off x="5001813" y="296915"/>
            <a:ext cx="286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MCD</a:t>
            </a:r>
          </a:p>
        </p:txBody>
      </p:sp>
    </p:spTree>
    <p:extLst>
      <p:ext uri="{BB962C8B-B14F-4D97-AF65-F5344CB8AC3E}">
        <p14:creationId xmlns:p14="http://schemas.microsoft.com/office/powerpoint/2010/main" val="129890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590B-4BD8-CDC2-496E-D265F19E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7">
            <a:extLst>
              <a:ext uri="{FF2B5EF4-FFF2-40B4-BE49-F238E27FC236}">
                <a16:creationId xmlns:a16="http://schemas.microsoft.com/office/drawing/2014/main" id="{0063FD54-FAD7-1533-A59C-2E44768971DB}"/>
              </a:ext>
            </a:extLst>
          </p:cNvPr>
          <p:cNvSpPr/>
          <p:nvPr/>
        </p:nvSpPr>
        <p:spPr>
          <a:xfrm rot="2148085" flipV="1">
            <a:off x="9176784" y="-1596672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062B31-E407-24B7-5803-C230500D3F63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C9E56D-7723-D798-BE9E-02941B52FAE4}"/>
              </a:ext>
            </a:extLst>
          </p:cNvPr>
          <p:cNvSpPr txBox="1"/>
          <p:nvPr/>
        </p:nvSpPr>
        <p:spPr>
          <a:xfrm>
            <a:off x="723900" y="-40768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35D0EE8-FFA1-9B81-674B-0A3C96D30A7D}"/>
              </a:ext>
            </a:extLst>
          </p:cNvPr>
          <p:cNvSpPr/>
          <p:nvPr/>
        </p:nvSpPr>
        <p:spPr>
          <a:xfrm>
            <a:off x="6169418" y="18775"/>
            <a:ext cx="2064774" cy="6858000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altLang="zh-CN" dirty="0"/>
              <a:t>²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2A89C8-DDA8-E552-47D0-F224DF93BDC9}"/>
              </a:ext>
            </a:extLst>
          </p:cNvPr>
          <p:cNvSpPr txBox="1"/>
          <p:nvPr/>
        </p:nvSpPr>
        <p:spPr>
          <a:xfrm>
            <a:off x="723900" y="2742638"/>
            <a:ext cx="4397476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sz="1200" dirty="0">
                <a:solidFill>
                  <a:schemeClr val="tx1"/>
                </a:solidFill>
              </a:rPr>
              <a:t>Site web </a:t>
            </a:r>
            <a:r>
              <a:rPr lang="fr-FR" altLang="zh-CN" sz="1200" dirty="0">
                <a:solidFill>
                  <a:schemeClr val="tx1"/>
                </a:solidFill>
              </a:rPr>
              <a:t>qui c</a:t>
            </a:r>
            <a:r>
              <a:rPr lang="fr-FR" sz="1200" dirty="0">
                <a:solidFill>
                  <a:schemeClr val="tx1"/>
                </a:solidFill>
              </a:rPr>
              <a:t>artographie la promotion BUT1 R&amp;T.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2EFA62-2111-A775-1347-FC7722A82AB1}"/>
              </a:ext>
            </a:extLst>
          </p:cNvPr>
          <p:cNvSpPr txBox="1"/>
          <p:nvPr/>
        </p:nvSpPr>
        <p:spPr>
          <a:xfrm>
            <a:off x="140813" y="2284967"/>
            <a:ext cx="417625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accent1"/>
                </a:solidFill>
                <a:latin typeface="+mj-lt"/>
                <a:ea typeface="Source Han Sans CN Bold Bold"/>
                <a:cs typeface="Source Han Sans CN Bold Bold"/>
              </a:rPr>
              <a:t>Objectif final :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2F4B5B-9082-4F74-2F61-3919C8F6F266}"/>
              </a:ext>
            </a:extLst>
          </p:cNvPr>
          <p:cNvSpPr txBox="1"/>
          <p:nvPr/>
        </p:nvSpPr>
        <p:spPr>
          <a:xfrm>
            <a:off x="337457" y="926755"/>
            <a:ext cx="5974853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noProof="0" dirty="0">
                <a:solidFill>
                  <a:schemeClr val="accent1"/>
                </a:solidFill>
                <a:latin typeface="+mj-lt"/>
              </a:rPr>
              <a:t>Présentation</a:t>
            </a: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 du sujet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2F376C-1AA1-6550-F1EA-F95E681B04FC}"/>
              </a:ext>
            </a:extLst>
          </p:cNvPr>
          <p:cNvSpPr txBox="1"/>
          <p:nvPr/>
        </p:nvSpPr>
        <p:spPr>
          <a:xfrm>
            <a:off x="140813" y="3159614"/>
            <a:ext cx="417625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accent1"/>
                </a:solidFill>
                <a:latin typeface="+mj-lt"/>
                <a:ea typeface="Source Han Sans CN Bold Bold"/>
                <a:cs typeface="Source Han Sans CN Bold Bold"/>
              </a:rPr>
              <a:t>Objectif de la Saé :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E3DC6B6-E870-8248-605A-39ECEFA8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67" y="3773709"/>
            <a:ext cx="636292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Développement d'une application web dynamique,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s'appuyant sur une base de données évolutive.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POSans M (Corp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Gestion et enrichissement des données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intégration d'informations géographiques</a:t>
            </a:r>
            <a:r>
              <a:rPr lang="fr-FR" altLang="fr-FR" sz="1200" dirty="0">
                <a:latin typeface="OPPOSans M (Corps)"/>
              </a:rPr>
              <a:t>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(altitudes, démographie …e</a:t>
            </a:r>
            <a:r>
              <a:rPr lang="fr-FR" altLang="fr-FR" sz="1200" dirty="0">
                <a:latin typeface="OPPOSans M (Corps)"/>
              </a:rPr>
              <a:t>tc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via des sources externes.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POSans M (Corp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Collaboration en équipe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: optimisation de l'organisation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et de la gestion du temps pour renforcer nos compétences techniques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等腰三角形 8">
            <a:extLst>
              <a:ext uri="{FF2B5EF4-FFF2-40B4-BE49-F238E27FC236}">
                <a16:creationId xmlns:a16="http://schemas.microsoft.com/office/drawing/2014/main" id="{15C94569-1D6F-6833-7EC0-E70550CEAC49}"/>
              </a:ext>
            </a:extLst>
          </p:cNvPr>
          <p:cNvSpPr/>
          <p:nvPr/>
        </p:nvSpPr>
        <p:spPr>
          <a:xfrm rot="15466821" flipV="1">
            <a:off x="-2756375" y="5374544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D854630-4369-8C44-EAC7-BB395E65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" t="5342" r="2359" b="-1"/>
          <a:stretch>
            <a:fillRect/>
          </a:stretch>
        </p:blipFill>
        <p:spPr>
          <a:xfrm>
            <a:off x="7948006" y="665981"/>
            <a:ext cx="3219806" cy="20048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B071D99-EA8F-CBC8-D2F3-68FEE980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898" y="3345243"/>
            <a:ext cx="3587477" cy="20048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4138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831 -0.00278 L 5E-6 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22" y="1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  <p:bldP spid="2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CFE3-E183-835A-D835-FC49C175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6060641D-9019-BC5F-062A-B4F983C31C97}"/>
              </a:ext>
            </a:extLst>
          </p:cNvPr>
          <p:cNvSpPr/>
          <p:nvPr/>
        </p:nvSpPr>
        <p:spPr>
          <a:xfrm rot="9238817" flipV="1">
            <a:off x="7523886" y="6918007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18CFA-1774-7A75-9EAA-8860743BE810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A500EA-2C02-AEBA-C2AB-68DFC34C9120}"/>
              </a:ext>
            </a:extLst>
          </p:cNvPr>
          <p:cNvSpPr/>
          <p:nvPr/>
        </p:nvSpPr>
        <p:spPr>
          <a:xfrm>
            <a:off x="723900" y="744816"/>
            <a:ext cx="11220450" cy="163252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91F32C-58CF-6793-6009-855C16A0F17D}"/>
              </a:ext>
            </a:extLst>
          </p:cNvPr>
          <p:cNvSpPr txBox="1"/>
          <p:nvPr/>
        </p:nvSpPr>
        <p:spPr>
          <a:xfrm>
            <a:off x="1934209" y="835277"/>
            <a:ext cx="8533766" cy="1210011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5400" b="1" i="1" dirty="0">
                <a:ln w="222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Aspect général</a:t>
            </a:r>
            <a:endParaRPr lang="en-US" altLang="zh-CN" sz="5400" b="1" i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:a16="http://schemas.microsoft.com/office/drawing/2014/main" id="{C9D0CA80-CD59-02E8-7446-F20E32F5A830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1EABC1A8-48BF-0FED-DED1-3DFF042A8662}"/>
                  </a:ext>
                </a:extLst>
              </p14:cNvPr>
              <p14:cNvContentPartPr/>
              <p14:nvPr/>
            </p14:nvContentPartPr>
            <p14:xfrm>
              <a:off x="4031773" y="3375995"/>
              <a:ext cx="13680" cy="7920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1EABC1A8-48BF-0FED-DED1-3DFF042A86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9133" y="3312995"/>
                <a:ext cx="1393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EC99FFCE-386F-AAD1-5AE7-31DA976188B8}"/>
                  </a:ext>
                </a:extLst>
              </p14:cNvPr>
              <p14:cNvContentPartPr/>
              <p14:nvPr/>
            </p14:nvContentPartPr>
            <p14:xfrm>
              <a:off x="3930973" y="3163595"/>
              <a:ext cx="93960" cy="20304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EC99FFCE-386F-AAD1-5AE7-31DA976188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8333" y="3100595"/>
                <a:ext cx="21960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oupe 1">
            <a:extLst>
              <a:ext uri="{FF2B5EF4-FFF2-40B4-BE49-F238E27FC236}">
                <a16:creationId xmlns:a16="http://schemas.microsoft.com/office/drawing/2014/main" id="{7CCCA09B-11BE-4238-E89F-AA496023B04D}"/>
              </a:ext>
            </a:extLst>
          </p:cNvPr>
          <p:cNvGrpSpPr/>
          <p:nvPr/>
        </p:nvGrpSpPr>
        <p:grpSpPr>
          <a:xfrm>
            <a:off x="495444" y="3035435"/>
            <a:ext cx="4255379" cy="3251429"/>
            <a:chOff x="495444" y="3035435"/>
            <a:chExt cx="4255379" cy="3251429"/>
          </a:xfrm>
        </p:grpSpPr>
        <p:grpSp>
          <p:nvGrpSpPr>
            <p:cNvPr id="9" name="组合 16">
              <a:extLst>
                <a:ext uri="{FF2B5EF4-FFF2-40B4-BE49-F238E27FC236}">
                  <a16:creationId xmlns:a16="http://schemas.microsoft.com/office/drawing/2014/main" id="{9AA13E85-9225-7EE1-F7EC-EA4B82B598C6}"/>
                </a:ext>
              </a:extLst>
            </p:cNvPr>
            <p:cNvGrpSpPr/>
            <p:nvPr/>
          </p:nvGrpSpPr>
          <p:grpSpPr>
            <a:xfrm>
              <a:off x="723899" y="3047924"/>
              <a:ext cx="3246899" cy="3238940"/>
              <a:chOff x="1428750" y="2343150"/>
              <a:chExt cx="2800350" cy="3962400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矩形 3">
                <a:extLst>
                  <a:ext uri="{FF2B5EF4-FFF2-40B4-BE49-F238E27FC236}">
                    <a16:creationId xmlns:a16="http://schemas.microsoft.com/office/drawing/2014/main" id="{47860B83-31D9-F1A5-96F1-5EDBA6D584BB}"/>
                  </a:ext>
                </a:extLst>
              </p:cNvPr>
              <p:cNvSpPr/>
              <p:nvPr/>
            </p:nvSpPr>
            <p:spPr>
              <a:xfrm>
                <a:off x="1428750" y="2343150"/>
                <a:ext cx="2800350" cy="39624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6">
                <a:extLst>
                  <a:ext uri="{FF2B5EF4-FFF2-40B4-BE49-F238E27FC236}">
                    <a16:creationId xmlns:a16="http://schemas.microsoft.com/office/drawing/2014/main" id="{592634CA-A8E8-14E7-3042-4A2DC6A4AC61}"/>
                  </a:ext>
                </a:extLst>
              </p:cNvPr>
              <p:cNvSpPr/>
              <p:nvPr/>
            </p:nvSpPr>
            <p:spPr>
              <a:xfrm>
                <a:off x="3981450" y="2343150"/>
                <a:ext cx="247650" cy="742950"/>
              </a:xfrm>
              <a:prstGeom prst="roundRect">
                <a:avLst/>
              </a:prstGeom>
              <a:solidFill>
                <a:srgbClr val="235DBE">
                  <a:alpha val="3294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6" name="文本框 24">
              <a:extLst>
                <a:ext uri="{FF2B5EF4-FFF2-40B4-BE49-F238E27FC236}">
                  <a16:creationId xmlns:a16="http://schemas.microsoft.com/office/drawing/2014/main" id="{C947DEA0-522B-9D85-8910-3D6B8F50E795}"/>
                </a:ext>
              </a:extLst>
            </p:cNvPr>
            <p:cNvSpPr txBox="1"/>
            <p:nvPr/>
          </p:nvSpPr>
          <p:spPr>
            <a:xfrm>
              <a:off x="931298" y="3226583"/>
              <a:ext cx="3819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</a:rPr>
                <a:t>1. Conception &amp; données</a:t>
              </a:r>
            </a:p>
          </p:txBody>
        </p:sp>
        <p:sp>
          <p:nvSpPr>
            <p:cNvPr id="18" name="文本框 23">
              <a:extLst>
                <a:ext uri="{FF2B5EF4-FFF2-40B4-BE49-F238E27FC236}">
                  <a16:creationId xmlns:a16="http://schemas.microsoft.com/office/drawing/2014/main" id="{D998EAE3-BE15-1F96-9AED-2D1A88244BB1}"/>
                </a:ext>
              </a:extLst>
            </p:cNvPr>
            <p:cNvSpPr txBox="1"/>
            <p:nvPr/>
          </p:nvSpPr>
          <p:spPr>
            <a:xfrm>
              <a:off x="495444" y="3951826"/>
              <a:ext cx="3678697" cy="117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1100">
                  <a:ln w="12700">
                    <a:noFill/>
                  </a:ln>
                  <a:solidFill>
                    <a:schemeClr val="bg1"/>
                  </a:solidFill>
                  <a:ea typeface="Source Han Sans CN Normal"/>
                  <a:cs typeface="Source Han Sans CN Normal"/>
                </a:defRPr>
              </a:lvl1pPr>
            </a:lstStyle>
            <a:p>
              <a:pPr algn="ctr"/>
              <a:r>
                <a:rPr lang="fr-FR" sz="1200" dirty="0">
                  <a:solidFill>
                    <a:schemeClr val="tx1"/>
                  </a:solidFill>
                </a:rPr>
                <a:t>Envoie du formulaire sur le site.</a:t>
              </a:r>
            </a:p>
            <a:p>
              <a:pPr algn="ctr"/>
              <a:r>
                <a:rPr lang="fr-FR" sz="1200" dirty="0">
                  <a:solidFill>
                    <a:schemeClr val="tx1"/>
                  </a:solidFill>
                </a:rPr>
                <a:t>Nom / Prénom / Groupe</a:t>
              </a:r>
            </a:p>
            <a:p>
              <a:pPr algn="ctr"/>
              <a:r>
                <a:rPr lang="fr-FR" sz="1200" dirty="0">
                  <a:solidFill>
                    <a:schemeClr val="tx1"/>
                  </a:solidFill>
                </a:rPr>
                <a:t>Résidence Principale</a:t>
              </a:r>
            </a:p>
            <a:p>
              <a:pPr algn="ctr"/>
              <a:r>
                <a:rPr lang="fr-FR" sz="1200" dirty="0">
                  <a:solidFill>
                    <a:schemeClr val="tx1"/>
                  </a:solidFill>
                </a:rPr>
                <a:t>…..etc</a:t>
              </a: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E55C6D99-8278-755E-4C5E-A04FC277B9F5}"/>
                </a:ext>
              </a:extLst>
            </p:cNvPr>
            <p:cNvGrpSpPr/>
            <p:nvPr/>
          </p:nvGrpSpPr>
          <p:grpSpPr>
            <a:xfrm>
              <a:off x="3738373" y="3035435"/>
              <a:ext cx="291960" cy="351000"/>
              <a:chOff x="3738373" y="3035435"/>
              <a:chExt cx="291960" cy="351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2" name="Encre 31">
                    <a:extLst>
                      <a:ext uri="{FF2B5EF4-FFF2-40B4-BE49-F238E27FC236}">
                        <a16:creationId xmlns:a16="http://schemas.microsoft.com/office/drawing/2014/main" id="{3A4A73E0-1ABD-E853-E198-3502D0556903}"/>
                      </a:ext>
                    </a:extLst>
                  </p14:cNvPr>
                  <p14:cNvContentPartPr/>
                  <p14:nvPr/>
                </p14:nvContentPartPr>
                <p14:xfrm>
                  <a:off x="3946813" y="3208595"/>
                  <a:ext cx="75960" cy="102240"/>
                </p14:xfrm>
              </p:contentPart>
            </mc:Choice>
            <mc:Fallback xmlns="">
              <p:pic>
                <p:nvPicPr>
                  <p:cNvPr id="32" name="Encre 31">
                    <a:extLst>
                      <a:ext uri="{FF2B5EF4-FFF2-40B4-BE49-F238E27FC236}">
                        <a16:creationId xmlns:a16="http://schemas.microsoft.com/office/drawing/2014/main" id="{3A4A73E0-1ABD-E853-E198-3502D055690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883813" y="3145595"/>
                    <a:ext cx="201600" cy="22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33" name="Encre 32">
                    <a:extLst>
                      <a:ext uri="{FF2B5EF4-FFF2-40B4-BE49-F238E27FC236}">
                        <a16:creationId xmlns:a16="http://schemas.microsoft.com/office/drawing/2014/main" id="{E55C682D-6173-B920-81D8-5F4538573168}"/>
                      </a:ext>
                    </a:extLst>
                  </p14:cNvPr>
                  <p14:cNvContentPartPr/>
                  <p14:nvPr/>
                </p14:nvContentPartPr>
                <p14:xfrm>
                  <a:off x="3968053" y="3242795"/>
                  <a:ext cx="62280" cy="143640"/>
                </p14:xfrm>
              </p:contentPart>
            </mc:Choice>
            <mc:Fallback xmlns="">
              <p:pic>
                <p:nvPicPr>
                  <p:cNvPr id="33" name="Encre 32">
                    <a:extLst>
                      <a:ext uri="{FF2B5EF4-FFF2-40B4-BE49-F238E27FC236}">
                        <a16:creationId xmlns:a16="http://schemas.microsoft.com/office/drawing/2014/main" id="{E55C682D-6173-B920-81D8-5F4538573168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905053" y="3179795"/>
                    <a:ext cx="187920" cy="269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37" name="Encre 36">
                    <a:extLst>
                      <a:ext uri="{FF2B5EF4-FFF2-40B4-BE49-F238E27FC236}">
                        <a16:creationId xmlns:a16="http://schemas.microsoft.com/office/drawing/2014/main" id="{2A892275-B10A-0EEB-08DF-2687AB07131C}"/>
                      </a:ext>
                    </a:extLst>
                  </p14:cNvPr>
                  <p14:cNvContentPartPr/>
                  <p14:nvPr/>
                </p14:nvContentPartPr>
                <p14:xfrm>
                  <a:off x="3738373" y="3035435"/>
                  <a:ext cx="278640" cy="245520"/>
                </p14:xfrm>
              </p:contentPart>
            </mc:Choice>
            <mc:Fallback xmlns="">
              <p:pic>
                <p:nvPicPr>
                  <p:cNvPr id="37" name="Encre 36">
                    <a:extLst>
                      <a:ext uri="{FF2B5EF4-FFF2-40B4-BE49-F238E27FC236}">
                        <a16:creationId xmlns:a16="http://schemas.microsoft.com/office/drawing/2014/main" id="{2A892275-B10A-0EEB-08DF-2687AB07131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675373" y="2972435"/>
                    <a:ext cx="404280" cy="3711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843FBF41-34B3-FDA6-55FD-E2CAF5F0DE57}"/>
              </a:ext>
            </a:extLst>
          </p:cNvPr>
          <p:cNvGrpSpPr/>
          <p:nvPr/>
        </p:nvGrpSpPr>
        <p:grpSpPr>
          <a:xfrm>
            <a:off x="4710674" y="2852647"/>
            <a:ext cx="4185163" cy="3381609"/>
            <a:chOff x="4710674" y="2852647"/>
            <a:chExt cx="4185163" cy="3381609"/>
          </a:xfrm>
        </p:grpSpPr>
        <p:sp>
          <p:nvSpPr>
            <p:cNvPr id="7" name="矩形 3">
              <a:extLst>
                <a:ext uri="{FF2B5EF4-FFF2-40B4-BE49-F238E27FC236}">
                  <a16:creationId xmlns:a16="http://schemas.microsoft.com/office/drawing/2014/main" id="{801A19F0-887E-77D6-DBD2-9BA774E67DA1}"/>
                </a:ext>
              </a:extLst>
            </p:cNvPr>
            <p:cNvSpPr/>
            <p:nvPr/>
          </p:nvSpPr>
          <p:spPr>
            <a:xfrm>
              <a:off x="4710674" y="3001000"/>
              <a:ext cx="3246899" cy="3233256"/>
            </a:xfrm>
            <a:prstGeom prst="roundRect">
              <a:avLst/>
            </a:prstGeom>
            <a:solidFill>
              <a:srgbClr val="6F9BE4">
                <a:alpha val="80000"/>
              </a:srgb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24">
              <a:extLst>
                <a:ext uri="{FF2B5EF4-FFF2-40B4-BE49-F238E27FC236}">
                  <a16:creationId xmlns:a16="http://schemas.microsoft.com/office/drawing/2014/main" id="{4164BA23-A493-C72F-2B3E-0B2F9A2740A5}"/>
                </a:ext>
              </a:extLst>
            </p:cNvPr>
            <p:cNvSpPr txBox="1"/>
            <p:nvPr/>
          </p:nvSpPr>
          <p:spPr>
            <a:xfrm>
              <a:off x="5076312" y="3157642"/>
              <a:ext cx="3819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</a:rPr>
                <a:t>2. Qualification</a:t>
              </a:r>
            </a:p>
          </p:txBody>
        </p:sp>
        <p:sp>
          <p:nvSpPr>
            <p:cNvPr id="17" name="文本框 23">
              <a:extLst>
                <a:ext uri="{FF2B5EF4-FFF2-40B4-BE49-F238E27FC236}">
                  <a16:creationId xmlns:a16="http://schemas.microsoft.com/office/drawing/2014/main" id="{7A56A040-B666-0A66-0B30-CF644CAEC57D}"/>
                </a:ext>
              </a:extLst>
            </p:cNvPr>
            <p:cNvSpPr txBox="1"/>
            <p:nvPr/>
          </p:nvSpPr>
          <p:spPr>
            <a:xfrm>
              <a:off x="4780668" y="3702147"/>
              <a:ext cx="3221355" cy="13356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1100">
                  <a:ln w="12700">
                    <a:noFill/>
                  </a:ln>
                  <a:solidFill>
                    <a:schemeClr val="bg1"/>
                  </a:solidFill>
                  <a:ea typeface="Source Han Sans CN Normal"/>
                  <a:cs typeface="Source Han Sans CN Normal"/>
                </a:defRPr>
              </a:lvl1pPr>
            </a:lstStyle>
            <a:p>
              <a:pPr algn="ctr"/>
              <a:r>
                <a:rPr lang="fr-FR" dirty="0">
                  <a:solidFill>
                    <a:schemeClr val="tx1"/>
                  </a:solidFill>
                </a:rPr>
                <a:t>Structuration des données brutes pour l'initialisation.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Fichiers JSON / CSV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Lien vers base de données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Donné enregistré directement sur le json étudiants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Lien créer entre le json étudiants par la ville </a:t>
              </a:r>
            </a:p>
          </p:txBody>
        </p:sp>
        <p:sp>
          <p:nvSpPr>
            <p:cNvPr id="39" name="矩形 19">
              <a:extLst>
                <a:ext uri="{FF2B5EF4-FFF2-40B4-BE49-F238E27FC236}">
                  <a16:creationId xmlns:a16="http://schemas.microsoft.com/office/drawing/2014/main" id="{052176B5-19F5-26D5-468C-C01047AC7A6E}"/>
                </a:ext>
              </a:extLst>
            </p:cNvPr>
            <p:cNvSpPr/>
            <p:nvPr/>
          </p:nvSpPr>
          <p:spPr>
            <a:xfrm>
              <a:off x="7656236" y="2852647"/>
              <a:ext cx="301410" cy="711895"/>
            </a:xfrm>
            <a:prstGeom prst="roundRect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A8BD109A-2F12-2655-E5A5-4E74B8BB4720}"/>
              </a:ext>
            </a:extLst>
          </p:cNvPr>
          <p:cNvGrpSpPr/>
          <p:nvPr/>
        </p:nvGrpSpPr>
        <p:grpSpPr>
          <a:xfrm>
            <a:off x="8608550" y="2833575"/>
            <a:ext cx="4106958" cy="3457645"/>
            <a:chOff x="8608550" y="2833575"/>
            <a:chExt cx="4106958" cy="3457645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A1C57D3E-3A95-CE82-EDC4-F87BD2626E7D}"/>
                </a:ext>
              </a:extLst>
            </p:cNvPr>
            <p:cNvSpPr/>
            <p:nvPr/>
          </p:nvSpPr>
          <p:spPr>
            <a:xfrm>
              <a:off x="8608550" y="3057964"/>
              <a:ext cx="3246899" cy="3233256"/>
            </a:xfrm>
            <a:prstGeom prst="roundRect">
              <a:avLst/>
            </a:prstGeom>
            <a:solidFill>
              <a:srgbClr val="1A468E">
                <a:alpha val="74902"/>
              </a:srgb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6A3B081-FDA7-D3C9-45B9-8D132DAF2CA0}"/>
                </a:ext>
              </a:extLst>
            </p:cNvPr>
            <p:cNvSpPr txBox="1"/>
            <p:nvPr/>
          </p:nvSpPr>
          <p:spPr>
            <a:xfrm>
              <a:off x="8722995" y="3601138"/>
              <a:ext cx="3221355" cy="26052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1100">
                  <a:ln w="12700">
                    <a:noFill/>
                  </a:ln>
                  <a:solidFill>
                    <a:schemeClr val="bg1"/>
                  </a:solidFill>
                  <a:ea typeface="Source Han Sans CN Normal"/>
                  <a:cs typeface="Source Han Sans CN Normal"/>
                </a:defRPr>
              </a:lvl1pPr>
            </a:lstStyle>
            <a:p>
              <a:pPr algn="ctr"/>
              <a:r>
                <a:rPr lang="fr-FR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1. 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Développement de l'interface</a:t>
              </a:r>
            </a:p>
            <a:p>
              <a:pPr algn="ctr"/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via outils collaboratifs :</a:t>
              </a:r>
            </a:p>
            <a:p>
              <a:pPr marL="171450" indent="-171450">
                <a:buFontTx/>
                <a:buChar char="-"/>
              </a:pP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Discord </a:t>
              </a:r>
            </a:p>
            <a:p>
              <a:pPr marL="171450" indent="-171450">
                <a:buFontTx/>
                <a:buChar char="-"/>
              </a:pP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Visual studio code </a:t>
              </a:r>
            </a:p>
            <a:p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</a:t>
              </a:r>
              <a:r>
                <a:rPr lang="fr-F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extention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live </a:t>
              </a:r>
              <a:r>
                <a:rPr lang="fr-F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share</a:t>
              </a:r>
              <a:endParaRPr lang="fr-FR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fr-F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Canva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  <a:p>
              <a:pPr algn="ctr"/>
              <a:r>
                <a:rPr lang="fr-FR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2. 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Environnement de travail</a:t>
              </a:r>
            </a:p>
            <a:p>
              <a:pPr algn="ctr"/>
              <a:r>
                <a:rPr lang="fr-FR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3. 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Affichage </a:t>
              </a:r>
              <a:r>
                <a:rPr lang="fr-F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Domicilomètre</a:t>
              </a:r>
              <a:endParaRPr lang="fr-FR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fr-FR" b="1" dirty="0">
                  <a:solidFill>
                    <a:schemeClr val="tx1"/>
                  </a:solidFill>
                </a:rPr>
                <a:t>4. 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Données géographiques</a:t>
              </a:r>
            </a:p>
            <a:p>
              <a:pPr algn="ctr"/>
              <a:r>
                <a:rPr lang="fr-FR" b="1" dirty="0">
                  <a:solidFill>
                    <a:schemeClr val="tx1"/>
                  </a:solidFill>
                </a:rPr>
                <a:t>5. </a:t>
              </a:r>
              <a:r>
                <a:rPr lang="fr-F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Serveur </a:t>
              </a:r>
              <a:r>
                <a:rPr lang="fr-FR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xamp</a:t>
              </a:r>
              <a:endParaRPr lang="fr-FR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A47A332-572C-1113-3687-321F2791B6FF}"/>
                </a:ext>
              </a:extLst>
            </p:cNvPr>
            <p:cNvSpPr txBox="1"/>
            <p:nvPr/>
          </p:nvSpPr>
          <p:spPr>
            <a:xfrm>
              <a:off x="8895983" y="3065507"/>
              <a:ext cx="3819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</a:rPr>
                <a:t>3. Outils &amp; Rendu</a:t>
              </a:r>
            </a:p>
          </p:txBody>
        </p:sp>
        <p:sp>
          <p:nvSpPr>
            <p:cNvPr id="40" name="矩形 19">
              <a:extLst>
                <a:ext uri="{FF2B5EF4-FFF2-40B4-BE49-F238E27FC236}">
                  <a16:creationId xmlns:a16="http://schemas.microsoft.com/office/drawing/2014/main" id="{C0C6C470-55AC-35A6-DD76-B1F007FE0747}"/>
                </a:ext>
              </a:extLst>
            </p:cNvPr>
            <p:cNvSpPr/>
            <p:nvPr/>
          </p:nvSpPr>
          <p:spPr>
            <a:xfrm>
              <a:off x="11554039" y="2833575"/>
              <a:ext cx="301410" cy="711895"/>
            </a:xfrm>
            <a:prstGeom prst="roundRect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等腰三角形 7">
            <a:extLst>
              <a:ext uri="{FF2B5EF4-FFF2-40B4-BE49-F238E27FC236}">
                <a16:creationId xmlns:a16="http://schemas.microsoft.com/office/drawing/2014/main" id="{0B8596B4-6255-4592-6FBF-A9867F7B8CCF}"/>
              </a:ext>
            </a:extLst>
          </p:cNvPr>
          <p:cNvSpPr/>
          <p:nvPr/>
        </p:nvSpPr>
        <p:spPr>
          <a:xfrm rot="9292211" flipV="1">
            <a:off x="6311402" y="6886943"/>
            <a:ext cx="6253316" cy="3799968"/>
          </a:xfrm>
          <a:prstGeom prst="triangle">
            <a:avLst/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61315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09 0.35463 L -0.11771 -0.1585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40" y="-2567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09 0.35463 L -0.12513 -0.23773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18" y="-2963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11" grpId="0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3C7F-4929-27B4-7B71-27CCED9A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E890449-46C7-73EB-67A9-328EFCC611CB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 : avec coin rogné 11">
            <a:extLst>
              <a:ext uri="{FF2B5EF4-FFF2-40B4-BE49-F238E27FC236}">
                <a16:creationId xmlns:a16="http://schemas.microsoft.com/office/drawing/2014/main" id="{87816793-C125-AA8A-00DF-8335A6542313}"/>
              </a:ext>
            </a:extLst>
          </p:cNvPr>
          <p:cNvSpPr/>
          <p:nvPr/>
        </p:nvSpPr>
        <p:spPr>
          <a:xfrm>
            <a:off x="2339695" y="2385668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avec coin rogné 12">
            <a:extLst>
              <a:ext uri="{FF2B5EF4-FFF2-40B4-BE49-F238E27FC236}">
                <a16:creationId xmlns:a16="http://schemas.microsoft.com/office/drawing/2014/main" id="{55D10013-5AAD-B261-0A86-AFB646A76B06}"/>
              </a:ext>
            </a:extLst>
          </p:cNvPr>
          <p:cNvSpPr/>
          <p:nvPr/>
        </p:nvSpPr>
        <p:spPr>
          <a:xfrm>
            <a:off x="5175444" y="2403691"/>
            <a:ext cx="1913954" cy="1043332"/>
          </a:xfrm>
          <a:prstGeom prst="snip1Rect">
            <a:avLst/>
          </a:pr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avec coin rogné 13">
            <a:extLst>
              <a:ext uri="{FF2B5EF4-FFF2-40B4-BE49-F238E27FC236}">
                <a16:creationId xmlns:a16="http://schemas.microsoft.com/office/drawing/2014/main" id="{7B1C44F8-1C24-523F-692D-99662C3B4E09}"/>
              </a:ext>
            </a:extLst>
          </p:cNvPr>
          <p:cNvSpPr/>
          <p:nvPr/>
        </p:nvSpPr>
        <p:spPr>
          <a:xfrm>
            <a:off x="7938351" y="2403691"/>
            <a:ext cx="1913954" cy="1043332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avec coin rogné 14">
            <a:extLst>
              <a:ext uri="{FF2B5EF4-FFF2-40B4-BE49-F238E27FC236}">
                <a16:creationId xmlns:a16="http://schemas.microsoft.com/office/drawing/2014/main" id="{BD2B57F4-B4C4-A70A-6A38-227978B49B33}"/>
              </a:ext>
            </a:extLst>
          </p:cNvPr>
          <p:cNvSpPr/>
          <p:nvPr/>
        </p:nvSpPr>
        <p:spPr>
          <a:xfrm>
            <a:off x="2339695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avec coin rogné 15">
            <a:extLst>
              <a:ext uri="{FF2B5EF4-FFF2-40B4-BE49-F238E27FC236}">
                <a16:creationId xmlns:a16="http://schemas.microsoft.com/office/drawing/2014/main" id="{568A6750-D879-2818-60DD-5B2123822A62}"/>
              </a:ext>
            </a:extLst>
          </p:cNvPr>
          <p:cNvSpPr/>
          <p:nvPr/>
        </p:nvSpPr>
        <p:spPr>
          <a:xfrm>
            <a:off x="5175444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 : avec coin rogné 16">
            <a:extLst>
              <a:ext uri="{FF2B5EF4-FFF2-40B4-BE49-F238E27FC236}">
                <a16:creationId xmlns:a16="http://schemas.microsoft.com/office/drawing/2014/main" id="{F36D6F99-0AAC-F243-83F4-696AADB18117}"/>
              </a:ext>
            </a:extLst>
          </p:cNvPr>
          <p:cNvSpPr/>
          <p:nvPr/>
        </p:nvSpPr>
        <p:spPr>
          <a:xfrm>
            <a:off x="7938351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D79A06BC-DB2D-4943-B2AE-C262CF1D9017}"/>
              </a:ext>
            </a:extLst>
          </p:cNvPr>
          <p:cNvSpPr/>
          <p:nvPr/>
        </p:nvSpPr>
        <p:spPr>
          <a:xfrm rot="2148085" flipV="1">
            <a:off x="-2624787" y="5591207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等腰三角形 7">
            <a:extLst>
              <a:ext uri="{FF2B5EF4-FFF2-40B4-BE49-F238E27FC236}">
                <a16:creationId xmlns:a16="http://schemas.microsoft.com/office/drawing/2014/main" id="{35D96173-1573-763C-856E-26BBC733DF72}"/>
              </a:ext>
            </a:extLst>
          </p:cNvPr>
          <p:cNvSpPr/>
          <p:nvPr/>
        </p:nvSpPr>
        <p:spPr>
          <a:xfrm rot="2201479" flipV="1">
            <a:off x="7964300" y="-1627736"/>
            <a:ext cx="6253316" cy="3799968"/>
          </a:xfrm>
          <a:prstGeom prst="triangle">
            <a:avLst/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等腰三角形 7">
            <a:extLst>
              <a:ext uri="{FF2B5EF4-FFF2-40B4-BE49-F238E27FC236}">
                <a16:creationId xmlns:a16="http://schemas.microsoft.com/office/drawing/2014/main" id="{3E22135F-5591-4CAF-06F2-6E0A7C89C4A1}"/>
              </a:ext>
            </a:extLst>
          </p:cNvPr>
          <p:cNvSpPr/>
          <p:nvPr/>
        </p:nvSpPr>
        <p:spPr>
          <a:xfrm rot="2148085" flipV="1">
            <a:off x="9176784" y="-1596672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等腰三角形 7">
            <a:extLst>
              <a:ext uri="{FF2B5EF4-FFF2-40B4-BE49-F238E27FC236}">
                <a16:creationId xmlns:a16="http://schemas.microsoft.com/office/drawing/2014/main" id="{000879AD-1A80-DF16-542C-84A0DF53A33B}"/>
              </a:ext>
            </a:extLst>
          </p:cNvPr>
          <p:cNvSpPr/>
          <p:nvPr/>
        </p:nvSpPr>
        <p:spPr>
          <a:xfrm rot="2201479" flipV="1">
            <a:off x="-3837273" y="5569490"/>
            <a:ext cx="6253316" cy="3799968"/>
          </a:xfrm>
          <a:prstGeom prst="triangle">
            <a:avLst/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90C4C0C1-B703-DF72-586E-544BE9FDE63E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69FE073B-D792-096D-671F-DCA663C6472E}"/>
              </a:ext>
            </a:extLst>
          </p:cNvPr>
          <p:cNvSpPr txBox="1"/>
          <p:nvPr/>
        </p:nvSpPr>
        <p:spPr>
          <a:xfrm>
            <a:off x="2104233" y="500520"/>
            <a:ext cx="7186151" cy="110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Plan de </a:t>
            </a:r>
            <a:r>
              <a:rPr lang="en-US" altLang="zh-CN" sz="4800" b="1" dirty="0" err="1">
                <a:solidFill>
                  <a:schemeClr val="accent1"/>
                </a:solidFill>
                <a:latin typeface="+mj-lt"/>
              </a:rPr>
              <a:t>présentation</a:t>
            </a: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cxnSp>
        <p:nvCxnSpPr>
          <p:cNvPr id="26" name="直接连接符 11">
            <a:extLst>
              <a:ext uri="{FF2B5EF4-FFF2-40B4-BE49-F238E27FC236}">
                <a16:creationId xmlns:a16="http://schemas.microsoft.com/office/drawing/2014/main" id="{03DEE754-41AB-9B72-3323-B769EE0DF8C5}"/>
              </a:ext>
            </a:extLst>
          </p:cNvPr>
          <p:cNvCxnSpPr>
            <a:cxnSpLocks/>
          </p:cNvCxnSpPr>
          <p:nvPr/>
        </p:nvCxnSpPr>
        <p:spPr>
          <a:xfrm>
            <a:off x="2104233" y="1602488"/>
            <a:ext cx="5169775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4">
            <a:extLst>
              <a:ext uri="{FF2B5EF4-FFF2-40B4-BE49-F238E27FC236}">
                <a16:creationId xmlns:a16="http://schemas.microsoft.com/office/drawing/2014/main" id="{12A466E2-F027-B4C5-964A-8D19225EFD13}"/>
              </a:ext>
            </a:extLst>
          </p:cNvPr>
          <p:cNvSpPr txBox="1"/>
          <p:nvPr/>
        </p:nvSpPr>
        <p:spPr>
          <a:xfrm>
            <a:off x="2567949" y="2655453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Organisation </a:t>
            </a:r>
          </a:p>
        </p:txBody>
      </p:sp>
      <p:sp>
        <p:nvSpPr>
          <p:cNvPr id="31" name="文本框 24">
            <a:extLst>
              <a:ext uri="{FF2B5EF4-FFF2-40B4-BE49-F238E27FC236}">
                <a16:creationId xmlns:a16="http://schemas.microsoft.com/office/drawing/2014/main" id="{A1CBA062-18C9-0747-36E0-017739B70356}"/>
              </a:ext>
            </a:extLst>
          </p:cNvPr>
          <p:cNvSpPr txBox="1"/>
          <p:nvPr/>
        </p:nvSpPr>
        <p:spPr>
          <a:xfrm>
            <a:off x="5622404" y="2722668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CSV/Json</a:t>
            </a:r>
          </a:p>
        </p:txBody>
      </p:sp>
      <p:sp>
        <p:nvSpPr>
          <p:cNvPr id="32" name="文本框 24">
            <a:extLst>
              <a:ext uri="{FF2B5EF4-FFF2-40B4-BE49-F238E27FC236}">
                <a16:creationId xmlns:a16="http://schemas.microsoft.com/office/drawing/2014/main" id="{50CD796A-8F39-DA5C-E3DC-89A4C213693D}"/>
              </a:ext>
            </a:extLst>
          </p:cNvPr>
          <p:cNvSpPr txBox="1"/>
          <p:nvPr/>
        </p:nvSpPr>
        <p:spPr>
          <a:xfrm>
            <a:off x="8131919" y="2722668"/>
            <a:ext cx="1850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Base de Données </a:t>
            </a:r>
          </a:p>
        </p:txBody>
      </p:sp>
      <p:sp>
        <p:nvSpPr>
          <p:cNvPr id="33" name="文本框 24">
            <a:extLst>
              <a:ext uri="{FF2B5EF4-FFF2-40B4-BE49-F238E27FC236}">
                <a16:creationId xmlns:a16="http://schemas.microsoft.com/office/drawing/2014/main" id="{B3FFC103-7EB9-12BC-2E2E-C6110D0D5EC8}"/>
              </a:ext>
            </a:extLst>
          </p:cNvPr>
          <p:cNvSpPr txBox="1"/>
          <p:nvPr/>
        </p:nvSpPr>
        <p:spPr>
          <a:xfrm>
            <a:off x="2770893" y="4516151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Java / html</a:t>
            </a:r>
          </a:p>
        </p:txBody>
      </p:sp>
      <p:sp>
        <p:nvSpPr>
          <p:cNvPr id="34" name="文本框 24">
            <a:extLst>
              <a:ext uri="{FF2B5EF4-FFF2-40B4-BE49-F238E27FC236}">
                <a16:creationId xmlns:a16="http://schemas.microsoft.com/office/drawing/2014/main" id="{51D17E24-EE04-DD3B-A479-ECD5F4E55F51}"/>
              </a:ext>
            </a:extLst>
          </p:cNvPr>
          <p:cNvSpPr txBox="1"/>
          <p:nvPr/>
        </p:nvSpPr>
        <p:spPr>
          <a:xfrm>
            <a:off x="5302693" y="4516151"/>
            <a:ext cx="165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Documentation </a:t>
            </a:r>
          </a:p>
        </p:txBody>
      </p:sp>
      <p:sp>
        <p:nvSpPr>
          <p:cNvPr id="35" name="文本框 24">
            <a:extLst>
              <a:ext uri="{FF2B5EF4-FFF2-40B4-BE49-F238E27FC236}">
                <a16:creationId xmlns:a16="http://schemas.microsoft.com/office/drawing/2014/main" id="{EAF68322-16BE-5D7E-00E6-E49BB79FC811}"/>
              </a:ext>
            </a:extLst>
          </p:cNvPr>
          <p:cNvSpPr txBox="1"/>
          <p:nvPr/>
        </p:nvSpPr>
        <p:spPr>
          <a:xfrm>
            <a:off x="8064966" y="4519394"/>
            <a:ext cx="1787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FIN / Question ? </a:t>
            </a:r>
          </a:p>
        </p:txBody>
      </p:sp>
    </p:spTree>
    <p:extLst>
      <p:ext uri="{BB962C8B-B14F-4D97-AF65-F5344CB8AC3E}">
        <p14:creationId xmlns:p14="http://schemas.microsoft.com/office/powerpoint/2010/main" val="242659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47 -0.45254 L 4.58333E-6 0.000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80" y="226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47 -0.45254 L 4.58333E-6 0.00023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80" y="226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36 0.3044 L 3.125E-6 0.000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74" y="-1520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36 0.3044 L 3.125E-6 0.0002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74" y="-1520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18" grpId="0" animBg="1"/>
      <p:bldP spid="19" grpId="0" animBg="1"/>
      <p:bldP spid="20" grpId="0" animBg="1"/>
      <p:bldP spid="2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B3CC-D126-D760-A3FB-5FBFF4BF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CC45117F-2600-563A-66A7-D13723D4EE51}"/>
              </a:ext>
            </a:extLst>
          </p:cNvPr>
          <p:cNvSpPr/>
          <p:nvPr/>
        </p:nvSpPr>
        <p:spPr>
          <a:xfrm>
            <a:off x="-6661203" y="4648782"/>
            <a:ext cx="13322406" cy="7021927"/>
          </a:xfrm>
          <a:custGeom>
            <a:avLst/>
            <a:gdLst>
              <a:gd name="csX0" fmla="*/ 2070105 w 13322406"/>
              <a:gd name="csY0" fmla="*/ 255275 h 7021927"/>
              <a:gd name="csX1" fmla="*/ 5060955 w 13322406"/>
              <a:gd name="csY1" fmla="*/ 293375 h 7021927"/>
              <a:gd name="csX2" fmla="*/ 6432555 w 13322406"/>
              <a:gd name="csY2" fmla="*/ 2712725 h 7021927"/>
              <a:gd name="csX3" fmla="*/ 9080505 w 13322406"/>
              <a:gd name="csY3" fmla="*/ 3512825 h 7021927"/>
              <a:gd name="csX4" fmla="*/ 10509255 w 13322406"/>
              <a:gd name="csY4" fmla="*/ 4655825 h 7021927"/>
              <a:gd name="csX5" fmla="*/ 12242805 w 13322406"/>
              <a:gd name="csY5" fmla="*/ 4579625 h 7021927"/>
              <a:gd name="csX6" fmla="*/ 13309605 w 13322406"/>
              <a:gd name="csY6" fmla="*/ 5036825 h 7021927"/>
              <a:gd name="csX7" fmla="*/ 11537955 w 13322406"/>
              <a:gd name="csY7" fmla="*/ 6579875 h 7021927"/>
              <a:gd name="csX8" fmla="*/ 4013205 w 13322406"/>
              <a:gd name="csY8" fmla="*/ 6579875 h 7021927"/>
              <a:gd name="csX9" fmla="*/ 12705 w 13322406"/>
              <a:gd name="csY9" fmla="*/ 1474475 h 7021927"/>
              <a:gd name="csX10" fmla="*/ 2755905 w 13322406"/>
              <a:gd name="csY10" fmla="*/ 217175 h 7021927"/>
              <a:gd name="csX11" fmla="*/ 3060705 w 13322406"/>
              <a:gd name="csY11" fmla="*/ 121925 h 7021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3322406" h="7021927">
                <a:moveTo>
                  <a:pt x="2070105" y="255275"/>
                </a:moveTo>
                <a:cubicBezTo>
                  <a:pt x="3201992" y="69537"/>
                  <a:pt x="4333880" y="-116200"/>
                  <a:pt x="5060955" y="293375"/>
                </a:cubicBezTo>
                <a:cubicBezTo>
                  <a:pt x="5788030" y="702950"/>
                  <a:pt x="5762630" y="2176150"/>
                  <a:pt x="6432555" y="2712725"/>
                </a:cubicBezTo>
                <a:cubicBezTo>
                  <a:pt x="7102480" y="3249300"/>
                  <a:pt x="8401055" y="3188975"/>
                  <a:pt x="9080505" y="3512825"/>
                </a:cubicBezTo>
                <a:cubicBezTo>
                  <a:pt x="9759955" y="3836675"/>
                  <a:pt x="9982205" y="4478025"/>
                  <a:pt x="10509255" y="4655825"/>
                </a:cubicBezTo>
                <a:cubicBezTo>
                  <a:pt x="11036305" y="4833625"/>
                  <a:pt x="11776080" y="4516125"/>
                  <a:pt x="12242805" y="4579625"/>
                </a:cubicBezTo>
                <a:cubicBezTo>
                  <a:pt x="12709530" y="4643125"/>
                  <a:pt x="13427080" y="4703450"/>
                  <a:pt x="13309605" y="5036825"/>
                </a:cubicBezTo>
                <a:cubicBezTo>
                  <a:pt x="13192130" y="5370200"/>
                  <a:pt x="13087355" y="6322700"/>
                  <a:pt x="11537955" y="6579875"/>
                </a:cubicBezTo>
                <a:cubicBezTo>
                  <a:pt x="9988555" y="6837050"/>
                  <a:pt x="5934080" y="7430775"/>
                  <a:pt x="4013205" y="6579875"/>
                </a:cubicBezTo>
                <a:cubicBezTo>
                  <a:pt x="2092330" y="5728975"/>
                  <a:pt x="222255" y="2534925"/>
                  <a:pt x="12705" y="1474475"/>
                </a:cubicBezTo>
                <a:cubicBezTo>
                  <a:pt x="-196845" y="414025"/>
                  <a:pt x="2247905" y="442600"/>
                  <a:pt x="2755905" y="217175"/>
                </a:cubicBezTo>
                <a:cubicBezTo>
                  <a:pt x="3263905" y="-8250"/>
                  <a:pt x="3295655" y="-87625"/>
                  <a:pt x="3060705" y="121925"/>
                </a:cubicBezTo>
              </a:path>
            </a:pathLst>
          </a:cu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9B3D933-265F-9CEA-4575-C10760ED6C67}"/>
              </a:ext>
            </a:extLst>
          </p:cNvPr>
          <p:cNvSpPr/>
          <p:nvPr/>
        </p:nvSpPr>
        <p:spPr>
          <a:xfrm>
            <a:off x="7302022" y="4790139"/>
            <a:ext cx="2552700" cy="93806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4. Mise en production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E161253D-5995-16F8-1F74-42354838ADE7}"/>
              </a:ext>
            </a:extLst>
          </p:cNvPr>
          <p:cNvSpPr/>
          <p:nvPr/>
        </p:nvSpPr>
        <p:spPr>
          <a:xfrm>
            <a:off x="9279919" y="2986239"/>
            <a:ext cx="2698345" cy="93806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3. Mise en  Développement 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E37C53E-145E-84BF-580C-AC7D0E5CF097}"/>
              </a:ext>
            </a:extLst>
          </p:cNvPr>
          <p:cNvSpPr/>
          <p:nvPr/>
        </p:nvSpPr>
        <p:spPr>
          <a:xfrm>
            <a:off x="3504318" y="552450"/>
            <a:ext cx="2552700" cy="949450"/>
          </a:xfrm>
          <a:prstGeom prst="roundRect">
            <a:avLst/>
          </a:pr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1. Répartition des taches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ECDD2C8-A8A1-602B-A3E8-068DC6D067BE}"/>
              </a:ext>
            </a:extLst>
          </p:cNvPr>
          <p:cNvSpPr/>
          <p:nvPr/>
        </p:nvSpPr>
        <p:spPr>
          <a:xfrm>
            <a:off x="7302022" y="943235"/>
            <a:ext cx="2552700" cy="949449"/>
          </a:xfrm>
          <a:prstGeom prst="roundRect">
            <a:avLst/>
          </a:prstGeom>
          <a:solidFill>
            <a:srgbClr val="1A46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2. Conception du désigne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75B142-343B-A9F3-DFEE-CF33A7AF7B80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3F9BD6E2-8E47-4492-0C6B-DB8FB91800A5}"/>
              </a:ext>
            </a:extLst>
          </p:cNvPr>
          <p:cNvSpPr/>
          <p:nvPr/>
        </p:nvSpPr>
        <p:spPr>
          <a:xfrm>
            <a:off x="0" y="0"/>
            <a:ext cx="6362700" cy="6858000"/>
          </a:xfrm>
          <a:custGeom>
            <a:avLst/>
            <a:gdLst>
              <a:gd name="csX0" fmla="*/ 0 w 6362700"/>
              <a:gd name="csY0" fmla="*/ 0 h 6858000"/>
              <a:gd name="csX1" fmla="*/ 4373008 w 6362700"/>
              <a:gd name="csY1" fmla="*/ 0 h 6858000"/>
              <a:gd name="csX2" fmla="*/ 4450307 w 6362700"/>
              <a:gd name="csY2" fmla="*/ 123692 h 6858000"/>
              <a:gd name="csX3" fmla="*/ 4514850 w 6362700"/>
              <a:gd name="csY3" fmla="*/ 266700 h 6858000"/>
              <a:gd name="csX4" fmla="*/ 2781300 w 6362700"/>
              <a:gd name="csY4" fmla="*/ 2076450 h 6858000"/>
              <a:gd name="csX5" fmla="*/ 4514850 w 6362700"/>
              <a:gd name="csY5" fmla="*/ 4095750 h 6858000"/>
              <a:gd name="csX6" fmla="*/ 2571750 w 6362700"/>
              <a:gd name="csY6" fmla="*/ 5676900 h 6858000"/>
              <a:gd name="csX7" fmla="*/ 6362700 w 6362700"/>
              <a:gd name="csY7" fmla="*/ 6819900 h 6858000"/>
              <a:gd name="csX8" fmla="*/ 6361035 w 6362700"/>
              <a:gd name="csY8" fmla="*/ 6858000 h 6858000"/>
              <a:gd name="csX9" fmla="*/ 0 w 6362700"/>
              <a:gd name="csY9" fmla="*/ 6858000 h 6858000"/>
              <a:gd name="csX10" fmla="*/ 0 w 6362700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62700" h="6858000">
                <a:moveTo>
                  <a:pt x="0" y="0"/>
                </a:moveTo>
                <a:lnTo>
                  <a:pt x="4373008" y="0"/>
                </a:lnTo>
                <a:lnTo>
                  <a:pt x="4450307" y="123692"/>
                </a:lnTo>
                <a:cubicBezTo>
                  <a:pt x="4476564" y="172182"/>
                  <a:pt x="4498181" y="219869"/>
                  <a:pt x="4514850" y="266700"/>
                </a:cubicBezTo>
                <a:cubicBezTo>
                  <a:pt x="4781550" y="1016000"/>
                  <a:pt x="2781300" y="1438275"/>
                  <a:pt x="2781300" y="2076450"/>
                </a:cubicBezTo>
                <a:cubicBezTo>
                  <a:pt x="2781300" y="2714625"/>
                  <a:pt x="4549775" y="3495675"/>
                  <a:pt x="4514850" y="4095750"/>
                </a:cubicBezTo>
                <a:cubicBezTo>
                  <a:pt x="4479925" y="4695825"/>
                  <a:pt x="2263775" y="5222875"/>
                  <a:pt x="2571750" y="5676900"/>
                </a:cubicBezTo>
                <a:cubicBezTo>
                  <a:pt x="2879725" y="6130925"/>
                  <a:pt x="6350000" y="6210300"/>
                  <a:pt x="6362700" y="6819900"/>
                </a:cubicBezTo>
                <a:lnTo>
                  <a:pt x="636103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99A9B8ED-28D4-0139-AB43-8193407FEE5F}"/>
              </a:ext>
            </a:extLst>
          </p:cNvPr>
          <p:cNvSpPr/>
          <p:nvPr/>
        </p:nvSpPr>
        <p:spPr>
          <a:xfrm>
            <a:off x="2560300" y="0"/>
            <a:ext cx="9649605" cy="6858000"/>
          </a:xfrm>
          <a:custGeom>
            <a:avLst/>
            <a:gdLst>
              <a:gd name="csX0" fmla="*/ 1830613 w 9649605"/>
              <a:gd name="csY0" fmla="*/ 0 h 6858000"/>
              <a:gd name="csX1" fmla="*/ 9649605 w 9649605"/>
              <a:gd name="csY1" fmla="*/ 0 h 6858000"/>
              <a:gd name="csX2" fmla="*/ 9649605 w 9649605"/>
              <a:gd name="csY2" fmla="*/ 6858000 h 6858000"/>
              <a:gd name="csX3" fmla="*/ 3818640 w 9649605"/>
              <a:gd name="csY3" fmla="*/ 6858000 h 6858000"/>
              <a:gd name="csX4" fmla="*/ 3820305 w 9649605"/>
              <a:gd name="csY4" fmla="*/ 6819900 h 6858000"/>
              <a:gd name="csX5" fmla="*/ 29355 w 9649605"/>
              <a:gd name="csY5" fmla="*/ 5676900 h 6858000"/>
              <a:gd name="csX6" fmla="*/ 1972455 w 9649605"/>
              <a:gd name="csY6" fmla="*/ 4095750 h 6858000"/>
              <a:gd name="csX7" fmla="*/ 238905 w 9649605"/>
              <a:gd name="csY7" fmla="*/ 2076450 h 6858000"/>
              <a:gd name="csX8" fmla="*/ 1972455 w 9649605"/>
              <a:gd name="csY8" fmla="*/ 266700 h 6858000"/>
              <a:gd name="csX9" fmla="*/ 1907912 w 9649605"/>
              <a:gd name="csY9" fmla="*/ 123692 h 6858000"/>
              <a:gd name="csX10" fmla="*/ 1830613 w 9649605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649605" h="6858000">
                <a:moveTo>
                  <a:pt x="1830613" y="0"/>
                </a:moveTo>
                <a:lnTo>
                  <a:pt x="9649605" y="0"/>
                </a:lnTo>
                <a:lnTo>
                  <a:pt x="9649605" y="6858000"/>
                </a:lnTo>
                <a:lnTo>
                  <a:pt x="3818640" y="6858000"/>
                </a:lnTo>
                <a:lnTo>
                  <a:pt x="3820305" y="6819900"/>
                </a:lnTo>
                <a:cubicBezTo>
                  <a:pt x="3807605" y="6210300"/>
                  <a:pt x="337330" y="6130925"/>
                  <a:pt x="29355" y="5676900"/>
                </a:cubicBezTo>
                <a:cubicBezTo>
                  <a:pt x="-278620" y="5222875"/>
                  <a:pt x="1937530" y="4695825"/>
                  <a:pt x="1972455" y="4095750"/>
                </a:cubicBezTo>
                <a:cubicBezTo>
                  <a:pt x="2007380" y="3495675"/>
                  <a:pt x="238905" y="2714625"/>
                  <a:pt x="238905" y="2076450"/>
                </a:cubicBezTo>
                <a:cubicBezTo>
                  <a:pt x="238905" y="1438275"/>
                  <a:pt x="2239155" y="1016000"/>
                  <a:pt x="1972455" y="266700"/>
                </a:cubicBezTo>
                <a:cubicBezTo>
                  <a:pt x="1955786" y="219869"/>
                  <a:pt x="1934169" y="172182"/>
                  <a:pt x="1907912" y="123692"/>
                </a:cubicBezTo>
                <a:lnTo>
                  <a:pt x="183061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0D9075F-26AC-283F-3030-A308BC935187}"/>
              </a:ext>
            </a:extLst>
          </p:cNvPr>
          <p:cNvGrpSpPr/>
          <p:nvPr/>
        </p:nvGrpSpPr>
        <p:grpSpPr>
          <a:xfrm>
            <a:off x="1047750" y="2367409"/>
            <a:ext cx="6740368" cy="1557221"/>
            <a:chOff x="1047750" y="2367409"/>
            <a:chExt cx="6740368" cy="1557221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2D7F44A4-53AE-9071-1E4E-9D4CAFB347CE}"/>
                </a:ext>
              </a:extLst>
            </p:cNvPr>
            <p:cNvSpPr/>
            <p:nvPr/>
          </p:nvSpPr>
          <p:spPr>
            <a:xfrm>
              <a:off x="1047750" y="2914650"/>
              <a:ext cx="6740368" cy="100965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99DB1A-9B3F-9FA9-6378-64A2F276E7B2}"/>
                </a:ext>
              </a:extLst>
            </p:cNvPr>
            <p:cNvSpPr txBox="1"/>
            <p:nvPr/>
          </p:nvSpPr>
          <p:spPr>
            <a:xfrm>
              <a:off x="1244548" y="2367409"/>
              <a:ext cx="6362700" cy="155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7200" b="1" dirty="0" err="1">
                  <a:solidFill>
                    <a:srgbClr val="1A468E"/>
                  </a:solidFill>
                  <a:latin typeface="Bookman Old Style" panose="02050604050505020204" pitchFamily="18" charset="0"/>
                </a:rPr>
                <a:t>Organisation</a:t>
              </a:r>
              <a:endParaRPr lang="en-US" altLang="zh-CN" sz="7200" b="1" dirty="0">
                <a:solidFill>
                  <a:srgbClr val="1A468E"/>
                </a:solidFill>
                <a:latin typeface="Bookman Old Style" panose="02050604050505020204" pitchFamily="18" charset="0"/>
              </a:endParaRPr>
            </a:p>
          </p:txBody>
        </p:sp>
      </p:grpSp>
      <p:sp>
        <p:nvSpPr>
          <p:cNvPr id="30" name="文本框 1">
            <a:extLst>
              <a:ext uri="{FF2B5EF4-FFF2-40B4-BE49-F238E27FC236}">
                <a16:creationId xmlns:a16="http://schemas.microsoft.com/office/drawing/2014/main" id="{74F5ED1B-3FC8-9DD1-B20A-54EC2C371325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BOUHET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3619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-0.54375 0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18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83945 0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531 -0.00439 L 0.27344 -0.3761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38" y="-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  <p:bldP spid="34" grpId="0" animBg="1"/>
      <p:bldP spid="31" grpId="0" animBg="1"/>
      <p:bldP spid="33" grpId="0" animBg="1"/>
      <p:bldP spid="21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AF2D-E0FE-B6F0-40A1-94DF1841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06FFABD-CAC4-F1EC-87FE-D09FD8B34CF2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BE4ED-36B0-0E07-0406-9FE73AB715DC}"/>
              </a:ext>
            </a:extLst>
          </p:cNvPr>
          <p:cNvSpPr/>
          <p:nvPr/>
        </p:nvSpPr>
        <p:spPr>
          <a:xfrm>
            <a:off x="4700949" y="2077639"/>
            <a:ext cx="2595716" cy="210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FE081E-66ED-E286-7B73-216C86D73614}"/>
              </a:ext>
            </a:extLst>
          </p:cNvPr>
          <p:cNvSpPr txBox="1"/>
          <p:nvPr/>
        </p:nvSpPr>
        <p:spPr>
          <a:xfrm>
            <a:off x="5119126" y="2529022"/>
            <a:ext cx="2177538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CN" sz="1400" dirty="0"/>
              <a:t>Canva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4FDC4E-3CAA-BC73-8919-8DEED6338FF1}"/>
              </a:ext>
            </a:extLst>
          </p:cNvPr>
          <p:cNvSpPr txBox="1"/>
          <p:nvPr/>
        </p:nvSpPr>
        <p:spPr>
          <a:xfrm>
            <a:off x="5013278" y="2148629"/>
            <a:ext cx="3076575" cy="48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Design du site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119C1BE-0FB1-6AA5-A54D-9E3D26320422}"/>
              </a:ext>
            </a:extLst>
          </p:cNvPr>
          <p:cNvSpPr txBox="1"/>
          <p:nvPr/>
        </p:nvSpPr>
        <p:spPr>
          <a:xfrm>
            <a:off x="5081121" y="-3088014"/>
            <a:ext cx="10677388" cy="6899927"/>
          </a:xfrm>
          <a:custGeom>
            <a:avLst/>
            <a:gdLst/>
            <a:ahLst/>
            <a:cxnLst/>
            <a:rect l="l" t="t" r="r" b="b"/>
            <a:pathLst>
              <a:path w="10677388" h="6899927">
                <a:moveTo>
                  <a:pt x="3402508" y="4312311"/>
                </a:moveTo>
                <a:lnTo>
                  <a:pt x="3409352" y="4323769"/>
                </a:lnTo>
                <a:lnTo>
                  <a:pt x="3508452" y="4471250"/>
                </a:lnTo>
                <a:lnTo>
                  <a:pt x="3466691" y="4463142"/>
                </a:lnTo>
                <a:cubicBezTo>
                  <a:pt x="3451188" y="4455700"/>
                  <a:pt x="3438662" y="4445530"/>
                  <a:pt x="3429112" y="4432632"/>
                </a:cubicBezTo>
                <a:cubicBezTo>
                  <a:pt x="3419562" y="4419733"/>
                  <a:pt x="3412740" y="4404789"/>
                  <a:pt x="3408648" y="4387797"/>
                </a:cubicBezTo>
                <a:cubicBezTo>
                  <a:pt x="3404555" y="4370806"/>
                  <a:pt x="3402508" y="4349660"/>
                  <a:pt x="3402508" y="4324359"/>
                </a:cubicBezTo>
                <a:close/>
                <a:moveTo>
                  <a:pt x="1883123" y="4312081"/>
                </a:moveTo>
                <a:cubicBezTo>
                  <a:pt x="1867992" y="4312081"/>
                  <a:pt x="1855093" y="4313197"/>
                  <a:pt x="1844427" y="4315430"/>
                </a:cubicBezTo>
                <a:cubicBezTo>
                  <a:pt x="1833761" y="4317662"/>
                  <a:pt x="1825079" y="4321011"/>
                  <a:pt x="1818382" y="4325476"/>
                </a:cubicBezTo>
                <a:cubicBezTo>
                  <a:pt x="1811685" y="4329940"/>
                  <a:pt x="1806786" y="4335335"/>
                  <a:pt x="1803685" y="4341661"/>
                </a:cubicBezTo>
                <a:cubicBezTo>
                  <a:pt x="1800585" y="4347986"/>
                  <a:pt x="1799034" y="4355241"/>
                  <a:pt x="1799034" y="4363427"/>
                </a:cubicBezTo>
                <a:cubicBezTo>
                  <a:pt x="1799034" y="4377317"/>
                  <a:pt x="1803437" y="4388231"/>
                  <a:pt x="1812243" y="4396169"/>
                </a:cubicBezTo>
                <a:cubicBezTo>
                  <a:pt x="1821049" y="4404106"/>
                  <a:pt x="1833265" y="4408075"/>
                  <a:pt x="1848892" y="4408075"/>
                </a:cubicBezTo>
                <a:cubicBezTo>
                  <a:pt x="1862038" y="4408075"/>
                  <a:pt x="1874131" y="4404727"/>
                  <a:pt x="1885169" y="4398029"/>
                </a:cubicBezTo>
                <a:cubicBezTo>
                  <a:pt x="1896207" y="4391332"/>
                  <a:pt x="1907431" y="4381534"/>
                  <a:pt x="1918841" y="4368636"/>
                </a:cubicBezTo>
                <a:lnTo>
                  <a:pt x="1918841" y="4312081"/>
                </a:lnTo>
                <a:close/>
                <a:moveTo>
                  <a:pt x="6404446" y="4179996"/>
                </a:moveTo>
                <a:cubicBezTo>
                  <a:pt x="6417096" y="4179996"/>
                  <a:pt x="6427576" y="4183035"/>
                  <a:pt x="6435886" y="4189112"/>
                </a:cubicBezTo>
                <a:cubicBezTo>
                  <a:pt x="6444196" y="4195189"/>
                  <a:pt x="6450955" y="4203313"/>
                  <a:pt x="6456164" y="4213482"/>
                </a:cubicBezTo>
                <a:cubicBezTo>
                  <a:pt x="6461372" y="4223652"/>
                  <a:pt x="6465032" y="4235311"/>
                  <a:pt x="6467140" y="4248457"/>
                </a:cubicBezTo>
                <a:cubicBezTo>
                  <a:pt x="6469248" y="4261603"/>
                  <a:pt x="6470302" y="4275246"/>
                  <a:pt x="6470302" y="4289385"/>
                </a:cubicBezTo>
                <a:cubicBezTo>
                  <a:pt x="6470302" y="4302035"/>
                  <a:pt x="6469062" y="4314686"/>
                  <a:pt x="6466582" y="4327336"/>
                </a:cubicBezTo>
                <a:cubicBezTo>
                  <a:pt x="6464102" y="4339986"/>
                  <a:pt x="6460070" y="4351272"/>
                  <a:pt x="6454490" y="4361194"/>
                </a:cubicBezTo>
                <a:cubicBezTo>
                  <a:pt x="6448908" y="4371116"/>
                  <a:pt x="6441900" y="4379178"/>
                  <a:pt x="6433468" y="4385379"/>
                </a:cubicBezTo>
                <a:cubicBezTo>
                  <a:pt x="6425034" y="4391580"/>
                  <a:pt x="6414740" y="4394681"/>
                  <a:pt x="6402586" y="4394681"/>
                </a:cubicBezTo>
                <a:cubicBezTo>
                  <a:pt x="6389438" y="4394681"/>
                  <a:pt x="6376851" y="4390278"/>
                  <a:pt x="6364820" y="4381472"/>
                </a:cubicBezTo>
                <a:cubicBezTo>
                  <a:pt x="6352790" y="4372666"/>
                  <a:pt x="6340202" y="4359830"/>
                  <a:pt x="6327056" y="4342963"/>
                </a:cubicBezTo>
                <a:lnTo>
                  <a:pt x="6327056" y="4232830"/>
                </a:lnTo>
                <a:cubicBezTo>
                  <a:pt x="6334497" y="4222908"/>
                  <a:pt x="6341566" y="4214599"/>
                  <a:pt x="6348264" y="4207901"/>
                </a:cubicBezTo>
                <a:cubicBezTo>
                  <a:pt x="6354960" y="4201204"/>
                  <a:pt x="6361472" y="4195747"/>
                  <a:pt x="6367797" y="4191530"/>
                </a:cubicBezTo>
                <a:cubicBezTo>
                  <a:pt x="6374122" y="4187313"/>
                  <a:pt x="6380262" y="4184337"/>
                  <a:pt x="6386214" y="4182601"/>
                </a:cubicBezTo>
                <a:cubicBezTo>
                  <a:pt x="6392168" y="4180864"/>
                  <a:pt x="6398245" y="4179996"/>
                  <a:pt x="6404446" y="4179996"/>
                </a:cubicBezTo>
                <a:close/>
                <a:moveTo>
                  <a:pt x="3139529" y="4179252"/>
                </a:moveTo>
                <a:cubicBezTo>
                  <a:pt x="3127375" y="4179252"/>
                  <a:pt x="3116895" y="4182291"/>
                  <a:pt x="3108089" y="4188368"/>
                </a:cubicBezTo>
                <a:cubicBezTo>
                  <a:pt x="3099284" y="4194445"/>
                  <a:pt x="3092214" y="4202568"/>
                  <a:pt x="3086881" y="4212738"/>
                </a:cubicBezTo>
                <a:cubicBezTo>
                  <a:pt x="3081549" y="4222908"/>
                  <a:pt x="3077580" y="4234256"/>
                  <a:pt x="3074975" y="4246783"/>
                </a:cubicBezTo>
                <a:cubicBezTo>
                  <a:pt x="3072371" y="4259309"/>
                  <a:pt x="3071068" y="4272146"/>
                  <a:pt x="3071068" y="4285292"/>
                </a:cubicBezTo>
                <a:cubicBezTo>
                  <a:pt x="3071068" y="4299183"/>
                  <a:pt x="3072185" y="4312701"/>
                  <a:pt x="3074417" y="4325848"/>
                </a:cubicBezTo>
                <a:cubicBezTo>
                  <a:pt x="3076650" y="4338994"/>
                  <a:pt x="3080308" y="4350714"/>
                  <a:pt x="3085393" y="4361008"/>
                </a:cubicBezTo>
                <a:cubicBezTo>
                  <a:pt x="3090478" y="4371302"/>
                  <a:pt x="3097237" y="4379550"/>
                  <a:pt x="3105671" y="4385751"/>
                </a:cubicBezTo>
                <a:cubicBezTo>
                  <a:pt x="3114105" y="4391952"/>
                  <a:pt x="3124770" y="4395053"/>
                  <a:pt x="3137669" y="4395053"/>
                </a:cubicBezTo>
                <a:cubicBezTo>
                  <a:pt x="3144118" y="4395053"/>
                  <a:pt x="3150382" y="4394123"/>
                  <a:pt x="3156459" y="4392262"/>
                </a:cubicBezTo>
                <a:cubicBezTo>
                  <a:pt x="3162536" y="4390402"/>
                  <a:pt x="3168737" y="4387363"/>
                  <a:pt x="3175062" y="4383147"/>
                </a:cubicBezTo>
                <a:cubicBezTo>
                  <a:pt x="3181387" y="4378930"/>
                  <a:pt x="3187899" y="4373411"/>
                  <a:pt x="3194596" y="4366589"/>
                </a:cubicBezTo>
                <a:cubicBezTo>
                  <a:pt x="3201293" y="4359768"/>
                  <a:pt x="3208611" y="4351396"/>
                  <a:pt x="3216548" y="4341475"/>
                </a:cubicBezTo>
                <a:lnTo>
                  <a:pt x="3216548" y="4231342"/>
                </a:lnTo>
                <a:cubicBezTo>
                  <a:pt x="3203153" y="4214475"/>
                  <a:pt x="3190317" y="4201576"/>
                  <a:pt x="3178039" y="4192647"/>
                </a:cubicBezTo>
                <a:cubicBezTo>
                  <a:pt x="3165760" y="4183717"/>
                  <a:pt x="3152924" y="4179252"/>
                  <a:pt x="3139529" y="4179252"/>
                </a:cubicBezTo>
                <a:close/>
                <a:moveTo>
                  <a:pt x="6000006" y="4166230"/>
                </a:moveTo>
                <a:cubicBezTo>
                  <a:pt x="6023570" y="4166230"/>
                  <a:pt x="6040996" y="4173733"/>
                  <a:pt x="6052282" y="4188740"/>
                </a:cubicBezTo>
                <a:cubicBezTo>
                  <a:pt x="6063568" y="4203747"/>
                  <a:pt x="6068838" y="4224396"/>
                  <a:pt x="6068094" y="4250689"/>
                </a:cubicBezTo>
                <a:lnTo>
                  <a:pt x="5928196" y="4250689"/>
                </a:lnTo>
                <a:cubicBezTo>
                  <a:pt x="5928692" y="4239031"/>
                  <a:pt x="5930490" y="4228055"/>
                  <a:pt x="5933591" y="4217761"/>
                </a:cubicBezTo>
                <a:cubicBezTo>
                  <a:pt x="5936692" y="4207467"/>
                  <a:pt x="5941156" y="4198538"/>
                  <a:pt x="5946986" y="4190972"/>
                </a:cubicBezTo>
                <a:cubicBezTo>
                  <a:pt x="5952815" y="4183407"/>
                  <a:pt x="5960132" y="4177392"/>
                  <a:pt x="5968938" y="4172927"/>
                </a:cubicBezTo>
                <a:cubicBezTo>
                  <a:pt x="5977744" y="4168462"/>
                  <a:pt x="5988100" y="4166230"/>
                  <a:pt x="6000006" y="4166230"/>
                </a:cubicBezTo>
                <a:close/>
                <a:moveTo>
                  <a:pt x="4885580" y="4166230"/>
                </a:moveTo>
                <a:cubicBezTo>
                  <a:pt x="4909146" y="4166230"/>
                  <a:pt x="4926570" y="4173733"/>
                  <a:pt x="4937856" y="4188740"/>
                </a:cubicBezTo>
                <a:cubicBezTo>
                  <a:pt x="4949143" y="4203747"/>
                  <a:pt x="4954414" y="4224396"/>
                  <a:pt x="4953670" y="4250689"/>
                </a:cubicBezTo>
                <a:lnTo>
                  <a:pt x="4813771" y="4250689"/>
                </a:lnTo>
                <a:cubicBezTo>
                  <a:pt x="4814268" y="4239031"/>
                  <a:pt x="4816066" y="4228055"/>
                  <a:pt x="4819166" y="4217761"/>
                </a:cubicBezTo>
                <a:cubicBezTo>
                  <a:pt x="4822267" y="4207467"/>
                  <a:pt x="4826731" y="4198538"/>
                  <a:pt x="4832560" y="4190972"/>
                </a:cubicBezTo>
                <a:cubicBezTo>
                  <a:pt x="4838390" y="4183407"/>
                  <a:pt x="4845707" y="4177392"/>
                  <a:pt x="4854512" y="4172927"/>
                </a:cubicBezTo>
                <a:cubicBezTo>
                  <a:pt x="4863318" y="4168462"/>
                  <a:pt x="4873674" y="4166230"/>
                  <a:pt x="4885580" y="4166230"/>
                </a:cubicBezTo>
                <a:close/>
                <a:moveTo>
                  <a:pt x="2571006" y="4166230"/>
                </a:moveTo>
                <a:cubicBezTo>
                  <a:pt x="2559100" y="4166230"/>
                  <a:pt x="2548744" y="4168462"/>
                  <a:pt x="2539938" y="4172927"/>
                </a:cubicBezTo>
                <a:cubicBezTo>
                  <a:pt x="2531133" y="4177392"/>
                  <a:pt x="2523815" y="4183407"/>
                  <a:pt x="2517986" y="4190972"/>
                </a:cubicBezTo>
                <a:cubicBezTo>
                  <a:pt x="2512157" y="4198538"/>
                  <a:pt x="2507692" y="4207467"/>
                  <a:pt x="2504591" y="4217761"/>
                </a:cubicBezTo>
                <a:cubicBezTo>
                  <a:pt x="2501491" y="4228055"/>
                  <a:pt x="2499693" y="4239031"/>
                  <a:pt x="2499196" y="4250689"/>
                </a:cubicBezTo>
                <a:lnTo>
                  <a:pt x="2639095" y="4250689"/>
                </a:lnTo>
                <a:cubicBezTo>
                  <a:pt x="2639839" y="4224396"/>
                  <a:pt x="2634568" y="4203747"/>
                  <a:pt x="2623282" y="4188740"/>
                </a:cubicBezTo>
                <a:cubicBezTo>
                  <a:pt x="2611996" y="4173733"/>
                  <a:pt x="2594571" y="4166230"/>
                  <a:pt x="2571006" y="4166230"/>
                </a:cubicBezTo>
                <a:close/>
                <a:moveTo>
                  <a:pt x="999381" y="4166230"/>
                </a:moveTo>
                <a:cubicBezTo>
                  <a:pt x="987475" y="4166230"/>
                  <a:pt x="977119" y="4168462"/>
                  <a:pt x="968313" y="4172927"/>
                </a:cubicBezTo>
                <a:cubicBezTo>
                  <a:pt x="959507" y="4177392"/>
                  <a:pt x="952190" y="4183407"/>
                  <a:pt x="946361" y="4190972"/>
                </a:cubicBezTo>
                <a:cubicBezTo>
                  <a:pt x="940532" y="4198538"/>
                  <a:pt x="936067" y="4207467"/>
                  <a:pt x="932966" y="4217761"/>
                </a:cubicBezTo>
                <a:cubicBezTo>
                  <a:pt x="929866" y="4228055"/>
                  <a:pt x="928067" y="4239031"/>
                  <a:pt x="927571" y="4250689"/>
                </a:cubicBezTo>
                <a:lnTo>
                  <a:pt x="1067470" y="4250689"/>
                </a:lnTo>
                <a:cubicBezTo>
                  <a:pt x="1068214" y="4224396"/>
                  <a:pt x="1062943" y="4203747"/>
                  <a:pt x="1051657" y="4188740"/>
                </a:cubicBezTo>
                <a:cubicBezTo>
                  <a:pt x="1040371" y="4173733"/>
                  <a:pt x="1022946" y="4166230"/>
                  <a:pt x="999381" y="4166230"/>
                </a:cubicBezTo>
                <a:close/>
                <a:moveTo>
                  <a:pt x="5303341" y="4106326"/>
                </a:moveTo>
                <a:cubicBezTo>
                  <a:pt x="5294164" y="4106326"/>
                  <a:pt x="5286536" y="4106574"/>
                  <a:pt x="5280459" y="4107070"/>
                </a:cubicBezTo>
                <a:cubicBezTo>
                  <a:pt x="5274382" y="4107566"/>
                  <a:pt x="5269545" y="4108373"/>
                  <a:pt x="5265948" y="4109489"/>
                </a:cubicBezTo>
                <a:cubicBezTo>
                  <a:pt x="5262352" y="4110605"/>
                  <a:pt x="5259871" y="4112093"/>
                  <a:pt x="5258506" y="4113954"/>
                </a:cubicBezTo>
                <a:cubicBezTo>
                  <a:pt x="5257142" y="4115814"/>
                  <a:pt x="5256460" y="4117984"/>
                  <a:pt x="5256460" y="4120465"/>
                </a:cubicBezTo>
                <a:cubicBezTo>
                  <a:pt x="5256460" y="4123193"/>
                  <a:pt x="5256770" y="4126604"/>
                  <a:pt x="5257390" y="4130697"/>
                </a:cubicBezTo>
                <a:cubicBezTo>
                  <a:pt x="5258010" y="4134790"/>
                  <a:pt x="5259437" y="4140433"/>
                  <a:pt x="5261669" y="4147626"/>
                </a:cubicBezTo>
                <a:lnTo>
                  <a:pt x="5349478" y="4447887"/>
                </a:lnTo>
                <a:cubicBezTo>
                  <a:pt x="5350470" y="4451855"/>
                  <a:pt x="5351958" y="4455142"/>
                  <a:pt x="5353942" y="4457747"/>
                </a:cubicBezTo>
                <a:cubicBezTo>
                  <a:pt x="5355928" y="4460351"/>
                  <a:pt x="5359090" y="4462397"/>
                  <a:pt x="5363430" y="4463886"/>
                </a:cubicBezTo>
                <a:cubicBezTo>
                  <a:pt x="5367772" y="4465374"/>
                  <a:pt x="5373724" y="4466428"/>
                  <a:pt x="5381290" y="4467048"/>
                </a:cubicBezTo>
                <a:cubicBezTo>
                  <a:pt x="5388856" y="4467668"/>
                  <a:pt x="5398840" y="4467979"/>
                  <a:pt x="5411242" y="4467979"/>
                </a:cubicBezTo>
                <a:cubicBezTo>
                  <a:pt x="5423396" y="4467979"/>
                  <a:pt x="5433318" y="4467730"/>
                  <a:pt x="5441007" y="4467234"/>
                </a:cubicBezTo>
                <a:cubicBezTo>
                  <a:pt x="5448697" y="4466738"/>
                  <a:pt x="5454774" y="4465746"/>
                  <a:pt x="5459238" y="4464258"/>
                </a:cubicBezTo>
                <a:cubicBezTo>
                  <a:pt x="5463704" y="4462770"/>
                  <a:pt x="5466866" y="4460723"/>
                  <a:pt x="5468726" y="4458119"/>
                </a:cubicBezTo>
                <a:cubicBezTo>
                  <a:pt x="5470586" y="4455514"/>
                  <a:pt x="5472014" y="4452103"/>
                  <a:pt x="5473005" y="4447887"/>
                </a:cubicBezTo>
                <a:lnTo>
                  <a:pt x="5524351" y="4246225"/>
                </a:lnTo>
                <a:lnTo>
                  <a:pt x="5525095" y="4242876"/>
                </a:lnTo>
                <a:lnTo>
                  <a:pt x="5525839" y="4246225"/>
                </a:lnTo>
                <a:lnTo>
                  <a:pt x="5581650" y="4447887"/>
                </a:lnTo>
                <a:cubicBezTo>
                  <a:pt x="5582642" y="4451855"/>
                  <a:pt x="5584130" y="4455142"/>
                  <a:pt x="5586114" y="4457747"/>
                </a:cubicBezTo>
                <a:cubicBezTo>
                  <a:pt x="5588100" y="4460351"/>
                  <a:pt x="5591262" y="4462397"/>
                  <a:pt x="5595602" y="4463886"/>
                </a:cubicBezTo>
                <a:cubicBezTo>
                  <a:pt x="5599944" y="4465374"/>
                  <a:pt x="5605958" y="4466428"/>
                  <a:pt x="5613648" y="4467048"/>
                </a:cubicBezTo>
                <a:cubicBezTo>
                  <a:pt x="5621338" y="4467668"/>
                  <a:pt x="5631260" y="4467979"/>
                  <a:pt x="5643414" y="4467979"/>
                </a:cubicBezTo>
                <a:cubicBezTo>
                  <a:pt x="5655568" y="4467979"/>
                  <a:pt x="5665428" y="4467730"/>
                  <a:pt x="5672993" y="4467234"/>
                </a:cubicBezTo>
                <a:cubicBezTo>
                  <a:pt x="5680559" y="4466738"/>
                  <a:pt x="5686388" y="4465746"/>
                  <a:pt x="5690480" y="4464258"/>
                </a:cubicBezTo>
                <a:cubicBezTo>
                  <a:pt x="5694573" y="4462770"/>
                  <a:pt x="5697612" y="4460723"/>
                  <a:pt x="5699596" y="4458119"/>
                </a:cubicBezTo>
                <a:cubicBezTo>
                  <a:pt x="5701580" y="4455514"/>
                  <a:pt x="5703193" y="4452103"/>
                  <a:pt x="5704433" y="4447887"/>
                </a:cubicBezTo>
                <a:lnTo>
                  <a:pt x="5792986" y="4147626"/>
                </a:lnTo>
                <a:cubicBezTo>
                  <a:pt x="5794970" y="4140185"/>
                  <a:pt x="5796334" y="4134479"/>
                  <a:pt x="5797078" y="4130511"/>
                </a:cubicBezTo>
                <a:cubicBezTo>
                  <a:pt x="5797822" y="4126542"/>
                  <a:pt x="5798194" y="4123193"/>
                  <a:pt x="5798194" y="4120465"/>
                </a:cubicBezTo>
                <a:cubicBezTo>
                  <a:pt x="5798194" y="4117984"/>
                  <a:pt x="5797575" y="4115814"/>
                  <a:pt x="5796334" y="4113954"/>
                </a:cubicBezTo>
                <a:cubicBezTo>
                  <a:pt x="5795094" y="4112093"/>
                  <a:pt x="5792800" y="4110605"/>
                  <a:pt x="5789451" y="4109489"/>
                </a:cubicBezTo>
                <a:cubicBezTo>
                  <a:pt x="5786102" y="4108373"/>
                  <a:pt x="5781514" y="4107566"/>
                  <a:pt x="5775684" y="4107070"/>
                </a:cubicBezTo>
                <a:cubicBezTo>
                  <a:pt x="5769856" y="4106574"/>
                  <a:pt x="5762352" y="4106326"/>
                  <a:pt x="5753174" y="4106326"/>
                </a:cubicBezTo>
                <a:cubicBezTo>
                  <a:pt x="5743996" y="4106326"/>
                  <a:pt x="5736431" y="4106574"/>
                  <a:pt x="5730478" y="4107070"/>
                </a:cubicBezTo>
                <a:cubicBezTo>
                  <a:pt x="5724524" y="4107566"/>
                  <a:pt x="5719812" y="4108435"/>
                  <a:pt x="5716339" y="4109675"/>
                </a:cubicBezTo>
                <a:cubicBezTo>
                  <a:pt x="5712866" y="4110915"/>
                  <a:pt x="5710386" y="4112589"/>
                  <a:pt x="5708898" y="4114698"/>
                </a:cubicBezTo>
                <a:cubicBezTo>
                  <a:pt x="5707410" y="4116806"/>
                  <a:pt x="5706418" y="4119349"/>
                  <a:pt x="5705921" y="4122325"/>
                </a:cubicBezTo>
                <a:lnTo>
                  <a:pt x="5642669" y="4366031"/>
                </a:lnTo>
                <a:lnTo>
                  <a:pt x="5641925" y="4370496"/>
                </a:lnTo>
                <a:lnTo>
                  <a:pt x="5640809" y="4366403"/>
                </a:lnTo>
                <a:lnTo>
                  <a:pt x="5574580" y="4120837"/>
                </a:lnTo>
                <a:cubicBezTo>
                  <a:pt x="5573836" y="4118356"/>
                  <a:pt x="5572782" y="4116186"/>
                  <a:pt x="5571418" y="4114326"/>
                </a:cubicBezTo>
                <a:cubicBezTo>
                  <a:pt x="5570054" y="4112465"/>
                  <a:pt x="5567697" y="4110977"/>
                  <a:pt x="5564348" y="4109861"/>
                </a:cubicBezTo>
                <a:cubicBezTo>
                  <a:pt x="5561000" y="4108745"/>
                  <a:pt x="5556474" y="4107876"/>
                  <a:pt x="5550768" y="4107256"/>
                </a:cubicBezTo>
                <a:cubicBezTo>
                  <a:pt x="5545063" y="4106636"/>
                  <a:pt x="5537622" y="4106326"/>
                  <a:pt x="5528444" y="4106326"/>
                </a:cubicBezTo>
                <a:cubicBezTo>
                  <a:pt x="5519266" y="4106326"/>
                  <a:pt x="5511762" y="4106574"/>
                  <a:pt x="5505934" y="4107070"/>
                </a:cubicBezTo>
                <a:cubicBezTo>
                  <a:pt x="5500104" y="4107566"/>
                  <a:pt x="5495578" y="4108435"/>
                  <a:pt x="5492353" y="4109675"/>
                </a:cubicBezTo>
                <a:cubicBezTo>
                  <a:pt x="5489128" y="4110915"/>
                  <a:pt x="5486710" y="4112589"/>
                  <a:pt x="5485098" y="4114698"/>
                </a:cubicBezTo>
                <a:cubicBezTo>
                  <a:pt x="5483486" y="4116806"/>
                  <a:pt x="5482307" y="4119349"/>
                  <a:pt x="5481563" y="4122325"/>
                </a:cubicBezTo>
                <a:lnTo>
                  <a:pt x="5419799" y="4366031"/>
                </a:lnTo>
                <a:lnTo>
                  <a:pt x="5419055" y="4370496"/>
                </a:lnTo>
                <a:lnTo>
                  <a:pt x="5418311" y="4366031"/>
                </a:lnTo>
                <a:lnTo>
                  <a:pt x="5352454" y="4122325"/>
                </a:lnTo>
                <a:cubicBezTo>
                  <a:pt x="5351710" y="4119349"/>
                  <a:pt x="5350656" y="4116806"/>
                  <a:pt x="5349292" y="4114698"/>
                </a:cubicBezTo>
                <a:cubicBezTo>
                  <a:pt x="5347928" y="4112589"/>
                  <a:pt x="5345510" y="4110915"/>
                  <a:pt x="5342036" y="4109675"/>
                </a:cubicBezTo>
                <a:cubicBezTo>
                  <a:pt x="5338564" y="4108435"/>
                  <a:pt x="5333727" y="4107566"/>
                  <a:pt x="5327526" y="4107070"/>
                </a:cubicBezTo>
                <a:cubicBezTo>
                  <a:pt x="5321325" y="4106574"/>
                  <a:pt x="5313263" y="4106326"/>
                  <a:pt x="5303341" y="4106326"/>
                </a:cubicBezTo>
                <a:close/>
                <a:moveTo>
                  <a:pt x="4337075" y="4106326"/>
                </a:moveTo>
                <a:cubicBezTo>
                  <a:pt x="4327897" y="4106326"/>
                  <a:pt x="4320332" y="4106698"/>
                  <a:pt x="4314378" y="4107442"/>
                </a:cubicBezTo>
                <a:cubicBezTo>
                  <a:pt x="4308426" y="4108186"/>
                  <a:pt x="4303650" y="4109241"/>
                  <a:pt x="4300054" y="4110605"/>
                </a:cubicBezTo>
                <a:cubicBezTo>
                  <a:pt x="4296457" y="4111969"/>
                  <a:pt x="4293914" y="4113582"/>
                  <a:pt x="4292426" y="4115442"/>
                </a:cubicBezTo>
                <a:cubicBezTo>
                  <a:pt x="4290938" y="4117302"/>
                  <a:pt x="4290194" y="4119473"/>
                  <a:pt x="4290194" y="4121953"/>
                </a:cubicBezTo>
                <a:lnTo>
                  <a:pt x="4290194" y="4453096"/>
                </a:lnTo>
                <a:cubicBezTo>
                  <a:pt x="4290194" y="4455576"/>
                  <a:pt x="4290938" y="4457747"/>
                  <a:pt x="4292426" y="4459607"/>
                </a:cubicBezTo>
                <a:cubicBezTo>
                  <a:pt x="4293914" y="4461467"/>
                  <a:pt x="4296457" y="4463018"/>
                  <a:pt x="4300054" y="4464258"/>
                </a:cubicBezTo>
                <a:cubicBezTo>
                  <a:pt x="4303650" y="4465498"/>
                  <a:pt x="4308426" y="4466428"/>
                  <a:pt x="4314378" y="4467048"/>
                </a:cubicBezTo>
                <a:cubicBezTo>
                  <a:pt x="4320332" y="4467668"/>
                  <a:pt x="4327897" y="4467979"/>
                  <a:pt x="4337075" y="4467979"/>
                </a:cubicBezTo>
                <a:cubicBezTo>
                  <a:pt x="4346252" y="4467979"/>
                  <a:pt x="4353818" y="4467668"/>
                  <a:pt x="4359771" y="4467048"/>
                </a:cubicBezTo>
                <a:cubicBezTo>
                  <a:pt x="4365724" y="4466428"/>
                  <a:pt x="4370499" y="4465498"/>
                  <a:pt x="4374096" y="4464258"/>
                </a:cubicBezTo>
                <a:cubicBezTo>
                  <a:pt x="4377692" y="4463018"/>
                  <a:pt x="4380235" y="4461467"/>
                  <a:pt x="4381723" y="4459607"/>
                </a:cubicBezTo>
                <a:cubicBezTo>
                  <a:pt x="4383212" y="4457747"/>
                  <a:pt x="4383956" y="4455576"/>
                  <a:pt x="4383956" y="4453096"/>
                </a:cubicBezTo>
                <a:lnTo>
                  <a:pt x="4383956" y="4121953"/>
                </a:lnTo>
                <a:cubicBezTo>
                  <a:pt x="4383956" y="4119473"/>
                  <a:pt x="4383212" y="4117302"/>
                  <a:pt x="4381723" y="4115442"/>
                </a:cubicBezTo>
                <a:cubicBezTo>
                  <a:pt x="4380235" y="4113582"/>
                  <a:pt x="4377692" y="4111969"/>
                  <a:pt x="4374096" y="4110605"/>
                </a:cubicBezTo>
                <a:cubicBezTo>
                  <a:pt x="4370499" y="4109241"/>
                  <a:pt x="4365724" y="4108186"/>
                  <a:pt x="4359771" y="4107442"/>
                </a:cubicBezTo>
                <a:cubicBezTo>
                  <a:pt x="4353818" y="4106698"/>
                  <a:pt x="4346252" y="4106326"/>
                  <a:pt x="4337075" y="4106326"/>
                </a:cubicBezTo>
                <a:close/>
                <a:moveTo>
                  <a:pt x="2255937" y="4100373"/>
                </a:moveTo>
                <a:cubicBezTo>
                  <a:pt x="2265859" y="4100373"/>
                  <a:pt x="2275595" y="4101241"/>
                  <a:pt x="2285144" y="4102978"/>
                </a:cubicBezTo>
                <a:cubicBezTo>
                  <a:pt x="2294694" y="4104714"/>
                  <a:pt x="2303624" y="4107070"/>
                  <a:pt x="2311933" y="4110047"/>
                </a:cubicBezTo>
                <a:cubicBezTo>
                  <a:pt x="2320243" y="4113023"/>
                  <a:pt x="2327684" y="4116372"/>
                  <a:pt x="2334258" y="4120093"/>
                </a:cubicBezTo>
                <a:cubicBezTo>
                  <a:pt x="2340831" y="4123813"/>
                  <a:pt x="2345482" y="4127038"/>
                  <a:pt x="2348210" y="4129767"/>
                </a:cubicBezTo>
                <a:cubicBezTo>
                  <a:pt x="2350939" y="4132495"/>
                  <a:pt x="2352861" y="4134790"/>
                  <a:pt x="2353977" y="4136650"/>
                </a:cubicBezTo>
                <a:cubicBezTo>
                  <a:pt x="2355094" y="4138510"/>
                  <a:pt x="2355962" y="4140929"/>
                  <a:pt x="2356582" y="4143905"/>
                </a:cubicBezTo>
                <a:cubicBezTo>
                  <a:pt x="2357202" y="4146882"/>
                  <a:pt x="2357698" y="4150541"/>
                  <a:pt x="2358070" y="4154881"/>
                </a:cubicBezTo>
                <a:cubicBezTo>
                  <a:pt x="2358442" y="4159222"/>
                  <a:pt x="2358628" y="4164493"/>
                  <a:pt x="2358628" y="4170694"/>
                </a:cubicBezTo>
                <a:cubicBezTo>
                  <a:pt x="2358628" y="4185081"/>
                  <a:pt x="2357388" y="4195189"/>
                  <a:pt x="2354908" y="4201018"/>
                </a:cubicBezTo>
                <a:cubicBezTo>
                  <a:pt x="2352427" y="4206847"/>
                  <a:pt x="2349203" y="4209762"/>
                  <a:pt x="2345234" y="4209762"/>
                </a:cubicBezTo>
                <a:cubicBezTo>
                  <a:pt x="2341017" y="4209762"/>
                  <a:pt x="2336552" y="4208025"/>
                  <a:pt x="2331839" y="4204553"/>
                </a:cubicBezTo>
                <a:cubicBezTo>
                  <a:pt x="2327126" y="4201080"/>
                  <a:pt x="2321545" y="4197235"/>
                  <a:pt x="2315096" y="4193019"/>
                </a:cubicBezTo>
                <a:cubicBezTo>
                  <a:pt x="2308647" y="4188802"/>
                  <a:pt x="2300957" y="4184957"/>
                  <a:pt x="2292028" y="4181484"/>
                </a:cubicBezTo>
                <a:cubicBezTo>
                  <a:pt x="2283098" y="4178012"/>
                  <a:pt x="2272432" y="4176275"/>
                  <a:pt x="2260030" y="4176275"/>
                </a:cubicBezTo>
                <a:cubicBezTo>
                  <a:pt x="2235721" y="4176275"/>
                  <a:pt x="2217117" y="4185639"/>
                  <a:pt x="2204219" y="4204367"/>
                </a:cubicBezTo>
                <a:cubicBezTo>
                  <a:pt x="2191321" y="4223094"/>
                  <a:pt x="2184871" y="4250565"/>
                  <a:pt x="2184871" y="4286780"/>
                </a:cubicBezTo>
                <a:cubicBezTo>
                  <a:pt x="2184871" y="4304640"/>
                  <a:pt x="2186484" y="4320391"/>
                  <a:pt x="2189708" y="4334033"/>
                </a:cubicBezTo>
                <a:cubicBezTo>
                  <a:pt x="2192933" y="4347676"/>
                  <a:pt x="2197708" y="4359086"/>
                  <a:pt x="2204033" y="4368264"/>
                </a:cubicBezTo>
                <a:cubicBezTo>
                  <a:pt x="2210358" y="4377441"/>
                  <a:pt x="2218296" y="4384325"/>
                  <a:pt x="2227846" y="4388914"/>
                </a:cubicBezTo>
                <a:cubicBezTo>
                  <a:pt x="2237396" y="4393502"/>
                  <a:pt x="2248495" y="4395797"/>
                  <a:pt x="2261146" y="4395797"/>
                </a:cubicBezTo>
                <a:cubicBezTo>
                  <a:pt x="2274044" y="4395797"/>
                  <a:pt x="2285144" y="4393874"/>
                  <a:pt x="2294446" y="4390030"/>
                </a:cubicBezTo>
                <a:cubicBezTo>
                  <a:pt x="2303748" y="4386185"/>
                  <a:pt x="2311871" y="4381906"/>
                  <a:pt x="2318817" y="4377193"/>
                </a:cubicBezTo>
                <a:cubicBezTo>
                  <a:pt x="2325762" y="4372480"/>
                  <a:pt x="2331591" y="4368202"/>
                  <a:pt x="2336304" y="4364357"/>
                </a:cubicBezTo>
                <a:cubicBezTo>
                  <a:pt x="2341017" y="4360512"/>
                  <a:pt x="2344985" y="4358590"/>
                  <a:pt x="2348210" y="4358590"/>
                </a:cubicBezTo>
                <a:cubicBezTo>
                  <a:pt x="2350443" y="4358590"/>
                  <a:pt x="2352303" y="4359210"/>
                  <a:pt x="2353791" y="4360450"/>
                </a:cubicBezTo>
                <a:cubicBezTo>
                  <a:pt x="2355280" y="4361690"/>
                  <a:pt x="2356458" y="4363985"/>
                  <a:pt x="2357326" y="4367334"/>
                </a:cubicBezTo>
                <a:cubicBezTo>
                  <a:pt x="2358194" y="4370682"/>
                  <a:pt x="2358876" y="4374961"/>
                  <a:pt x="2359372" y="4380170"/>
                </a:cubicBezTo>
                <a:cubicBezTo>
                  <a:pt x="2359869" y="4385379"/>
                  <a:pt x="2360117" y="4392076"/>
                  <a:pt x="2360117" y="4400262"/>
                </a:cubicBezTo>
                <a:cubicBezTo>
                  <a:pt x="2360117" y="4406711"/>
                  <a:pt x="2359930" y="4412106"/>
                  <a:pt x="2359558" y="4416447"/>
                </a:cubicBezTo>
                <a:cubicBezTo>
                  <a:pt x="2359186" y="4420788"/>
                  <a:pt x="2358690" y="4424446"/>
                  <a:pt x="2358070" y="4427423"/>
                </a:cubicBezTo>
                <a:cubicBezTo>
                  <a:pt x="2357450" y="4430399"/>
                  <a:pt x="2356706" y="4432818"/>
                  <a:pt x="2355838" y="4434678"/>
                </a:cubicBezTo>
                <a:cubicBezTo>
                  <a:pt x="2354969" y="4436539"/>
                  <a:pt x="2353047" y="4438895"/>
                  <a:pt x="2350071" y="4441748"/>
                </a:cubicBezTo>
                <a:cubicBezTo>
                  <a:pt x="2347094" y="4444600"/>
                  <a:pt x="2342009" y="4448073"/>
                  <a:pt x="2334816" y="4452166"/>
                </a:cubicBezTo>
                <a:cubicBezTo>
                  <a:pt x="2327622" y="4456258"/>
                  <a:pt x="2319437" y="4459917"/>
                  <a:pt x="2310259" y="4463142"/>
                </a:cubicBezTo>
                <a:cubicBezTo>
                  <a:pt x="2301081" y="4466366"/>
                  <a:pt x="2291097" y="4468971"/>
                  <a:pt x="2280307" y="4470955"/>
                </a:cubicBezTo>
                <a:cubicBezTo>
                  <a:pt x="2269517" y="4472939"/>
                  <a:pt x="2258417" y="4473932"/>
                  <a:pt x="2247007" y="4473932"/>
                </a:cubicBezTo>
                <a:cubicBezTo>
                  <a:pt x="2221458" y="4473932"/>
                  <a:pt x="2198824" y="4469963"/>
                  <a:pt x="2179104" y="4462025"/>
                </a:cubicBezTo>
                <a:cubicBezTo>
                  <a:pt x="2159385" y="4454088"/>
                  <a:pt x="2142827" y="4442368"/>
                  <a:pt x="2129433" y="4426865"/>
                </a:cubicBezTo>
                <a:cubicBezTo>
                  <a:pt x="2116038" y="4411362"/>
                  <a:pt x="2105931" y="4392448"/>
                  <a:pt x="2099109" y="4370124"/>
                </a:cubicBezTo>
                <a:cubicBezTo>
                  <a:pt x="2092288" y="4347800"/>
                  <a:pt x="2088877" y="4322251"/>
                  <a:pt x="2088877" y="4293478"/>
                </a:cubicBezTo>
                <a:cubicBezTo>
                  <a:pt x="2088877" y="4260239"/>
                  <a:pt x="2093032" y="4231528"/>
                  <a:pt x="2101342" y="4207343"/>
                </a:cubicBezTo>
                <a:cubicBezTo>
                  <a:pt x="2109651" y="4183159"/>
                  <a:pt x="2121247" y="4163129"/>
                  <a:pt x="2136130" y="4147254"/>
                </a:cubicBezTo>
                <a:cubicBezTo>
                  <a:pt x="2151013" y="4131379"/>
                  <a:pt x="2168624" y="4119597"/>
                  <a:pt x="2188964" y="4111907"/>
                </a:cubicBezTo>
                <a:cubicBezTo>
                  <a:pt x="2209304" y="4104218"/>
                  <a:pt x="2231628" y="4100373"/>
                  <a:pt x="2255937" y="4100373"/>
                </a:cubicBezTo>
                <a:close/>
                <a:moveTo>
                  <a:pt x="6002238" y="4100001"/>
                </a:moveTo>
                <a:cubicBezTo>
                  <a:pt x="5975945" y="4100001"/>
                  <a:pt x="5952318" y="4104342"/>
                  <a:pt x="5931358" y="4113023"/>
                </a:cubicBezTo>
                <a:cubicBezTo>
                  <a:pt x="5910399" y="4121705"/>
                  <a:pt x="5892601" y="4134293"/>
                  <a:pt x="5877966" y="4150789"/>
                </a:cubicBezTo>
                <a:cubicBezTo>
                  <a:pt x="5863332" y="4167284"/>
                  <a:pt x="5852170" y="4187375"/>
                  <a:pt x="5844480" y="4211064"/>
                </a:cubicBezTo>
                <a:cubicBezTo>
                  <a:pt x="5836790" y="4234752"/>
                  <a:pt x="5832946" y="4261355"/>
                  <a:pt x="5832946" y="4290873"/>
                </a:cubicBezTo>
                <a:cubicBezTo>
                  <a:pt x="5832946" y="4321879"/>
                  <a:pt x="5836604" y="4348916"/>
                  <a:pt x="5843922" y="4371984"/>
                </a:cubicBezTo>
                <a:cubicBezTo>
                  <a:pt x="5851240" y="4395053"/>
                  <a:pt x="5862340" y="4414152"/>
                  <a:pt x="5877222" y="4429283"/>
                </a:cubicBezTo>
                <a:cubicBezTo>
                  <a:pt x="5892105" y="4444414"/>
                  <a:pt x="5910646" y="4455700"/>
                  <a:pt x="5932847" y="4463142"/>
                </a:cubicBezTo>
                <a:cubicBezTo>
                  <a:pt x="5955047" y="4470583"/>
                  <a:pt x="5980906" y="4474304"/>
                  <a:pt x="6010424" y="4474304"/>
                </a:cubicBezTo>
                <a:cubicBezTo>
                  <a:pt x="6026794" y="4474304"/>
                  <a:pt x="6042174" y="4473249"/>
                  <a:pt x="6056560" y="4471141"/>
                </a:cubicBezTo>
                <a:cubicBezTo>
                  <a:pt x="6070946" y="4469033"/>
                  <a:pt x="6083722" y="4466552"/>
                  <a:pt x="6094884" y="4463700"/>
                </a:cubicBezTo>
                <a:cubicBezTo>
                  <a:pt x="6106046" y="4460847"/>
                  <a:pt x="6115223" y="4457933"/>
                  <a:pt x="6122416" y="4454956"/>
                </a:cubicBezTo>
                <a:cubicBezTo>
                  <a:pt x="6129610" y="4451979"/>
                  <a:pt x="6134012" y="4449623"/>
                  <a:pt x="6135625" y="4447887"/>
                </a:cubicBezTo>
                <a:cubicBezTo>
                  <a:pt x="6137238" y="4446150"/>
                  <a:pt x="6138540" y="4444352"/>
                  <a:pt x="6139532" y="4442492"/>
                </a:cubicBezTo>
                <a:cubicBezTo>
                  <a:pt x="6140524" y="4440631"/>
                  <a:pt x="6141268" y="4438337"/>
                  <a:pt x="6141764" y="4435608"/>
                </a:cubicBezTo>
                <a:cubicBezTo>
                  <a:pt x="6142261" y="4432880"/>
                  <a:pt x="6142633" y="4429593"/>
                  <a:pt x="6142880" y="4425749"/>
                </a:cubicBezTo>
                <a:cubicBezTo>
                  <a:pt x="6143128" y="4421904"/>
                  <a:pt x="6143252" y="4417253"/>
                  <a:pt x="6143252" y="4411796"/>
                </a:cubicBezTo>
                <a:cubicBezTo>
                  <a:pt x="6143252" y="4405595"/>
                  <a:pt x="6143066" y="4400448"/>
                  <a:pt x="6142694" y="4396355"/>
                </a:cubicBezTo>
                <a:cubicBezTo>
                  <a:pt x="6142322" y="4392262"/>
                  <a:pt x="6141640" y="4389100"/>
                  <a:pt x="6140648" y="4386867"/>
                </a:cubicBezTo>
                <a:cubicBezTo>
                  <a:pt x="6139656" y="4384635"/>
                  <a:pt x="6138416" y="4383084"/>
                  <a:pt x="6136928" y="4382216"/>
                </a:cubicBezTo>
                <a:cubicBezTo>
                  <a:pt x="6135439" y="4381348"/>
                  <a:pt x="6133579" y="4380914"/>
                  <a:pt x="6131346" y="4380914"/>
                </a:cubicBezTo>
                <a:cubicBezTo>
                  <a:pt x="6127626" y="4380914"/>
                  <a:pt x="6122788" y="4382092"/>
                  <a:pt x="6116836" y="4384449"/>
                </a:cubicBezTo>
                <a:cubicBezTo>
                  <a:pt x="6110882" y="4386805"/>
                  <a:pt x="6103380" y="4389410"/>
                  <a:pt x="6094326" y="4392262"/>
                </a:cubicBezTo>
                <a:cubicBezTo>
                  <a:pt x="6085272" y="4395115"/>
                  <a:pt x="6074544" y="4397719"/>
                  <a:pt x="6062142" y="4400076"/>
                </a:cubicBezTo>
                <a:cubicBezTo>
                  <a:pt x="6049738" y="4402432"/>
                  <a:pt x="6035352" y="4403610"/>
                  <a:pt x="6018981" y="4403610"/>
                </a:cubicBezTo>
                <a:cubicBezTo>
                  <a:pt x="6002858" y="4403610"/>
                  <a:pt x="5989030" y="4401502"/>
                  <a:pt x="5977496" y="4397285"/>
                </a:cubicBezTo>
                <a:cubicBezTo>
                  <a:pt x="5965961" y="4393068"/>
                  <a:pt x="5956536" y="4386929"/>
                  <a:pt x="5949218" y="4378868"/>
                </a:cubicBezTo>
                <a:cubicBezTo>
                  <a:pt x="5941900" y="4370806"/>
                  <a:pt x="5936568" y="4361008"/>
                  <a:pt x="5933219" y="4349474"/>
                </a:cubicBezTo>
                <a:cubicBezTo>
                  <a:pt x="5929870" y="4337940"/>
                  <a:pt x="5928196" y="4325104"/>
                  <a:pt x="5928196" y="4310965"/>
                </a:cubicBezTo>
                <a:lnTo>
                  <a:pt x="6130230" y="4310965"/>
                </a:lnTo>
                <a:cubicBezTo>
                  <a:pt x="6139160" y="4310965"/>
                  <a:pt x="6146168" y="4308236"/>
                  <a:pt x="6151252" y="4302779"/>
                </a:cubicBezTo>
                <a:cubicBezTo>
                  <a:pt x="6156336" y="4297322"/>
                  <a:pt x="6158880" y="4288889"/>
                  <a:pt x="6158880" y="4277479"/>
                </a:cubicBezTo>
                <a:lnTo>
                  <a:pt x="6158880" y="4262596"/>
                </a:lnTo>
                <a:cubicBezTo>
                  <a:pt x="6158880" y="4239279"/>
                  <a:pt x="6155903" y="4217699"/>
                  <a:pt x="6149950" y="4197855"/>
                </a:cubicBezTo>
                <a:cubicBezTo>
                  <a:pt x="6143997" y="4178012"/>
                  <a:pt x="6134695" y="4160835"/>
                  <a:pt x="6122044" y="4146324"/>
                </a:cubicBezTo>
                <a:cubicBezTo>
                  <a:pt x="6109394" y="4131813"/>
                  <a:pt x="6093209" y="4120465"/>
                  <a:pt x="6073490" y="4112279"/>
                </a:cubicBezTo>
                <a:cubicBezTo>
                  <a:pt x="6053770" y="4104094"/>
                  <a:pt x="6030020" y="4100001"/>
                  <a:pt x="6002238" y="4100001"/>
                </a:cubicBezTo>
                <a:close/>
                <a:moveTo>
                  <a:pt x="4887813" y="4100001"/>
                </a:moveTo>
                <a:cubicBezTo>
                  <a:pt x="4861520" y="4100001"/>
                  <a:pt x="4837894" y="4104342"/>
                  <a:pt x="4816934" y="4113023"/>
                </a:cubicBezTo>
                <a:cubicBezTo>
                  <a:pt x="4795974" y="4121705"/>
                  <a:pt x="4778176" y="4134293"/>
                  <a:pt x="4763542" y="4150789"/>
                </a:cubicBezTo>
                <a:cubicBezTo>
                  <a:pt x="4748907" y="4167284"/>
                  <a:pt x="4737745" y="4187375"/>
                  <a:pt x="4730055" y="4211064"/>
                </a:cubicBezTo>
                <a:cubicBezTo>
                  <a:pt x="4722366" y="4234752"/>
                  <a:pt x="4718521" y="4261355"/>
                  <a:pt x="4718521" y="4290873"/>
                </a:cubicBezTo>
                <a:cubicBezTo>
                  <a:pt x="4718521" y="4321879"/>
                  <a:pt x="4722180" y="4348916"/>
                  <a:pt x="4729497" y="4371984"/>
                </a:cubicBezTo>
                <a:cubicBezTo>
                  <a:pt x="4736814" y="4395053"/>
                  <a:pt x="4747914" y="4414152"/>
                  <a:pt x="4762798" y="4429283"/>
                </a:cubicBezTo>
                <a:cubicBezTo>
                  <a:pt x="4777680" y="4444414"/>
                  <a:pt x="4796222" y="4455700"/>
                  <a:pt x="4818422" y="4463142"/>
                </a:cubicBezTo>
                <a:cubicBezTo>
                  <a:pt x="4840622" y="4470583"/>
                  <a:pt x="4866481" y="4474304"/>
                  <a:pt x="4895998" y="4474304"/>
                </a:cubicBezTo>
                <a:cubicBezTo>
                  <a:pt x="4912370" y="4474304"/>
                  <a:pt x="4927748" y="4473249"/>
                  <a:pt x="4942135" y="4471141"/>
                </a:cubicBezTo>
                <a:cubicBezTo>
                  <a:pt x="4956522" y="4469033"/>
                  <a:pt x="4969296" y="4466552"/>
                  <a:pt x="4980458" y="4463700"/>
                </a:cubicBezTo>
                <a:cubicBezTo>
                  <a:pt x="4991620" y="4460847"/>
                  <a:pt x="5000798" y="4457933"/>
                  <a:pt x="5007992" y="4454956"/>
                </a:cubicBezTo>
                <a:cubicBezTo>
                  <a:pt x="5015186" y="4451979"/>
                  <a:pt x="5019588" y="4449623"/>
                  <a:pt x="5021200" y="4447887"/>
                </a:cubicBezTo>
                <a:cubicBezTo>
                  <a:pt x="5022813" y="4446150"/>
                  <a:pt x="5024114" y="4444352"/>
                  <a:pt x="5025107" y="4442492"/>
                </a:cubicBezTo>
                <a:cubicBezTo>
                  <a:pt x="5026100" y="4440631"/>
                  <a:pt x="5026844" y="4438337"/>
                  <a:pt x="5027340" y="4435608"/>
                </a:cubicBezTo>
                <a:cubicBezTo>
                  <a:pt x="5027836" y="4432880"/>
                  <a:pt x="5028208" y="4429593"/>
                  <a:pt x="5028456" y="4425749"/>
                </a:cubicBezTo>
                <a:cubicBezTo>
                  <a:pt x="5028704" y="4421904"/>
                  <a:pt x="5028828" y="4417253"/>
                  <a:pt x="5028828" y="4411796"/>
                </a:cubicBezTo>
                <a:cubicBezTo>
                  <a:pt x="5028828" y="4405595"/>
                  <a:pt x="5028642" y="4400448"/>
                  <a:pt x="5028270" y="4396355"/>
                </a:cubicBezTo>
                <a:cubicBezTo>
                  <a:pt x="5027898" y="4392262"/>
                  <a:pt x="5027216" y="4389100"/>
                  <a:pt x="5026223" y="4386867"/>
                </a:cubicBezTo>
                <a:cubicBezTo>
                  <a:pt x="5025232" y="4384635"/>
                  <a:pt x="5023990" y="4383084"/>
                  <a:pt x="5022502" y="4382216"/>
                </a:cubicBezTo>
                <a:cubicBezTo>
                  <a:pt x="5021014" y="4381348"/>
                  <a:pt x="5019154" y="4380914"/>
                  <a:pt x="5016922" y="4380914"/>
                </a:cubicBezTo>
                <a:cubicBezTo>
                  <a:pt x="5013200" y="4380914"/>
                  <a:pt x="5008364" y="4382092"/>
                  <a:pt x="5002410" y="4384449"/>
                </a:cubicBezTo>
                <a:cubicBezTo>
                  <a:pt x="4996458" y="4386805"/>
                  <a:pt x="4988954" y="4389410"/>
                  <a:pt x="4979900" y="4392262"/>
                </a:cubicBezTo>
                <a:cubicBezTo>
                  <a:pt x="4970847" y="4395115"/>
                  <a:pt x="4960118" y="4397719"/>
                  <a:pt x="4947716" y="4400076"/>
                </a:cubicBezTo>
                <a:cubicBezTo>
                  <a:pt x="4935314" y="4402432"/>
                  <a:pt x="4920927" y="4403610"/>
                  <a:pt x="4904556" y="4403610"/>
                </a:cubicBezTo>
                <a:cubicBezTo>
                  <a:pt x="4888434" y="4403610"/>
                  <a:pt x="4874604" y="4401502"/>
                  <a:pt x="4863070" y="4397285"/>
                </a:cubicBezTo>
                <a:cubicBezTo>
                  <a:pt x="4851536" y="4393068"/>
                  <a:pt x="4842110" y="4386929"/>
                  <a:pt x="4834793" y="4378868"/>
                </a:cubicBezTo>
                <a:cubicBezTo>
                  <a:pt x="4827476" y="4370806"/>
                  <a:pt x="4822142" y="4361008"/>
                  <a:pt x="4818794" y="4349474"/>
                </a:cubicBezTo>
                <a:cubicBezTo>
                  <a:pt x="4815446" y="4337940"/>
                  <a:pt x="4813771" y="4325104"/>
                  <a:pt x="4813771" y="4310965"/>
                </a:cubicBezTo>
                <a:lnTo>
                  <a:pt x="5015805" y="4310965"/>
                </a:lnTo>
                <a:cubicBezTo>
                  <a:pt x="5024735" y="4310965"/>
                  <a:pt x="5031742" y="4308236"/>
                  <a:pt x="5036827" y="4302779"/>
                </a:cubicBezTo>
                <a:cubicBezTo>
                  <a:pt x="5041912" y="4297322"/>
                  <a:pt x="5044454" y="4288889"/>
                  <a:pt x="5044454" y="4277479"/>
                </a:cubicBezTo>
                <a:lnTo>
                  <a:pt x="5044454" y="4262596"/>
                </a:lnTo>
                <a:cubicBezTo>
                  <a:pt x="5044454" y="4239279"/>
                  <a:pt x="5041478" y="4217699"/>
                  <a:pt x="5035525" y="4197855"/>
                </a:cubicBezTo>
                <a:cubicBezTo>
                  <a:pt x="5029572" y="4178012"/>
                  <a:pt x="5020270" y="4160835"/>
                  <a:pt x="5007620" y="4146324"/>
                </a:cubicBezTo>
                <a:cubicBezTo>
                  <a:pt x="4994969" y="4131813"/>
                  <a:pt x="4978784" y="4120465"/>
                  <a:pt x="4959064" y="4112279"/>
                </a:cubicBezTo>
                <a:cubicBezTo>
                  <a:pt x="4939344" y="4104094"/>
                  <a:pt x="4915594" y="4100001"/>
                  <a:pt x="4887813" y="4100001"/>
                </a:cubicBezTo>
                <a:close/>
                <a:moveTo>
                  <a:pt x="4102596" y="4100001"/>
                </a:moveTo>
                <a:cubicBezTo>
                  <a:pt x="4081760" y="4100001"/>
                  <a:pt x="4062970" y="4102605"/>
                  <a:pt x="4046228" y="4107814"/>
                </a:cubicBezTo>
                <a:cubicBezTo>
                  <a:pt x="4029484" y="4113023"/>
                  <a:pt x="4015284" y="4120341"/>
                  <a:pt x="4003626" y="4129767"/>
                </a:cubicBezTo>
                <a:cubicBezTo>
                  <a:pt x="3991967" y="4139192"/>
                  <a:pt x="3983038" y="4150541"/>
                  <a:pt x="3976836" y="4163811"/>
                </a:cubicBezTo>
                <a:cubicBezTo>
                  <a:pt x="3970635" y="4177082"/>
                  <a:pt x="3967534" y="4191654"/>
                  <a:pt x="3967534" y="4207529"/>
                </a:cubicBezTo>
                <a:cubicBezTo>
                  <a:pt x="3967534" y="4223156"/>
                  <a:pt x="3969829" y="4236551"/>
                  <a:pt x="3974418" y="4247713"/>
                </a:cubicBezTo>
                <a:cubicBezTo>
                  <a:pt x="3979007" y="4258875"/>
                  <a:pt x="3985084" y="4268425"/>
                  <a:pt x="3992650" y="4276362"/>
                </a:cubicBezTo>
                <a:cubicBezTo>
                  <a:pt x="4000215" y="4284300"/>
                  <a:pt x="4008772" y="4290997"/>
                  <a:pt x="4018322" y="4296454"/>
                </a:cubicBezTo>
                <a:cubicBezTo>
                  <a:pt x="4027872" y="4301911"/>
                  <a:pt x="4037670" y="4306748"/>
                  <a:pt x="4047716" y="4310965"/>
                </a:cubicBezTo>
                <a:cubicBezTo>
                  <a:pt x="4057762" y="4315182"/>
                  <a:pt x="4067560" y="4319026"/>
                  <a:pt x="4077109" y="4322499"/>
                </a:cubicBezTo>
                <a:cubicBezTo>
                  <a:pt x="4086659" y="4325972"/>
                  <a:pt x="4095216" y="4329692"/>
                  <a:pt x="4102782" y="4333661"/>
                </a:cubicBezTo>
                <a:cubicBezTo>
                  <a:pt x="4110348" y="4337630"/>
                  <a:pt x="4116424" y="4342281"/>
                  <a:pt x="4121014" y="4347614"/>
                </a:cubicBezTo>
                <a:cubicBezTo>
                  <a:pt x="4125602" y="4352947"/>
                  <a:pt x="4127897" y="4359334"/>
                  <a:pt x="4127897" y="4366775"/>
                </a:cubicBezTo>
                <a:cubicBezTo>
                  <a:pt x="4127897" y="4373225"/>
                  <a:pt x="4126656" y="4378930"/>
                  <a:pt x="4124176" y="4383891"/>
                </a:cubicBezTo>
                <a:cubicBezTo>
                  <a:pt x="4121696" y="4388852"/>
                  <a:pt x="4118037" y="4392944"/>
                  <a:pt x="4113200" y="4396169"/>
                </a:cubicBezTo>
                <a:cubicBezTo>
                  <a:pt x="4108363" y="4399394"/>
                  <a:pt x="4102658" y="4401874"/>
                  <a:pt x="4096085" y="4403610"/>
                </a:cubicBezTo>
                <a:cubicBezTo>
                  <a:pt x="4089512" y="4405347"/>
                  <a:pt x="4082008" y="4406215"/>
                  <a:pt x="4073574" y="4406215"/>
                </a:cubicBezTo>
                <a:cubicBezTo>
                  <a:pt x="4060180" y="4406215"/>
                  <a:pt x="4048212" y="4404603"/>
                  <a:pt x="4037670" y="4401378"/>
                </a:cubicBezTo>
                <a:cubicBezTo>
                  <a:pt x="4027128" y="4398153"/>
                  <a:pt x="4017888" y="4394681"/>
                  <a:pt x="4009950" y="4390960"/>
                </a:cubicBezTo>
                <a:cubicBezTo>
                  <a:pt x="4002013" y="4387239"/>
                  <a:pt x="3995378" y="4383829"/>
                  <a:pt x="3990045" y="4380728"/>
                </a:cubicBezTo>
                <a:cubicBezTo>
                  <a:pt x="3984712" y="4377627"/>
                  <a:pt x="3980681" y="4376077"/>
                  <a:pt x="3977952" y="4376077"/>
                </a:cubicBezTo>
                <a:cubicBezTo>
                  <a:pt x="3975720" y="4376077"/>
                  <a:pt x="3973860" y="4376511"/>
                  <a:pt x="3972372" y="4377379"/>
                </a:cubicBezTo>
                <a:cubicBezTo>
                  <a:pt x="3970883" y="4378248"/>
                  <a:pt x="3969643" y="4379984"/>
                  <a:pt x="3968651" y="4382588"/>
                </a:cubicBezTo>
                <a:cubicBezTo>
                  <a:pt x="3967658" y="4385193"/>
                  <a:pt x="3966914" y="4388666"/>
                  <a:pt x="3966418" y="4393006"/>
                </a:cubicBezTo>
                <a:cubicBezTo>
                  <a:pt x="3965922" y="4397347"/>
                  <a:pt x="3965674" y="4403114"/>
                  <a:pt x="3965674" y="4410308"/>
                </a:cubicBezTo>
                <a:cubicBezTo>
                  <a:pt x="3965674" y="4421222"/>
                  <a:pt x="3966418" y="4429469"/>
                  <a:pt x="3967906" y="4435050"/>
                </a:cubicBezTo>
                <a:cubicBezTo>
                  <a:pt x="3969395" y="4440631"/>
                  <a:pt x="3971503" y="4444724"/>
                  <a:pt x="3974232" y="4447329"/>
                </a:cubicBezTo>
                <a:cubicBezTo>
                  <a:pt x="3976960" y="4449933"/>
                  <a:pt x="3981301" y="4452724"/>
                  <a:pt x="3987254" y="4455700"/>
                </a:cubicBezTo>
                <a:cubicBezTo>
                  <a:pt x="3993208" y="4458677"/>
                  <a:pt x="4000649" y="4461591"/>
                  <a:pt x="4009578" y="4464444"/>
                </a:cubicBezTo>
                <a:cubicBezTo>
                  <a:pt x="4018508" y="4467296"/>
                  <a:pt x="4028616" y="4469653"/>
                  <a:pt x="4039902" y="4471513"/>
                </a:cubicBezTo>
                <a:cubicBezTo>
                  <a:pt x="4051188" y="4473374"/>
                  <a:pt x="4063032" y="4474304"/>
                  <a:pt x="4075435" y="4474304"/>
                </a:cubicBezTo>
                <a:cubicBezTo>
                  <a:pt x="4096023" y="4474304"/>
                  <a:pt x="4115122" y="4471885"/>
                  <a:pt x="4132734" y="4467048"/>
                </a:cubicBezTo>
                <a:cubicBezTo>
                  <a:pt x="4150345" y="4462211"/>
                  <a:pt x="4165600" y="4454956"/>
                  <a:pt x="4178498" y="4445282"/>
                </a:cubicBezTo>
                <a:cubicBezTo>
                  <a:pt x="4191397" y="4435608"/>
                  <a:pt x="4201380" y="4423578"/>
                  <a:pt x="4208450" y="4409191"/>
                </a:cubicBezTo>
                <a:cubicBezTo>
                  <a:pt x="4215520" y="4394805"/>
                  <a:pt x="4219054" y="4378186"/>
                  <a:pt x="4219054" y="4359334"/>
                </a:cubicBezTo>
                <a:cubicBezTo>
                  <a:pt x="4219054" y="4344203"/>
                  <a:pt x="4216698" y="4331119"/>
                  <a:pt x="4211984" y="4320081"/>
                </a:cubicBezTo>
                <a:cubicBezTo>
                  <a:pt x="4207272" y="4309042"/>
                  <a:pt x="4201070" y="4299555"/>
                  <a:pt x="4193381" y="4291617"/>
                </a:cubicBezTo>
                <a:cubicBezTo>
                  <a:pt x="4185692" y="4283680"/>
                  <a:pt x="4176948" y="4276982"/>
                  <a:pt x="4167150" y="4271525"/>
                </a:cubicBezTo>
                <a:cubicBezTo>
                  <a:pt x="4157352" y="4266068"/>
                  <a:pt x="4147430" y="4261293"/>
                  <a:pt x="4137384" y="4257201"/>
                </a:cubicBezTo>
                <a:cubicBezTo>
                  <a:pt x="4127338" y="4253108"/>
                  <a:pt x="4117417" y="4249325"/>
                  <a:pt x="4107619" y="4245853"/>
                </a:cubicBezTo>
                <a:cubicBezTo>
                  <a:pt x="4097821" y="4242380"/>
                  <a:pt x="4089078" y="4238659"/>
                  <a:pt x="4081388" y="4234690"/>
                </a:cubicBezTo>
                <a:cubicBezTo>
                  <a:pt x="4073698" y="4230722"/>
                  <a:pt x="4067498" y="4226133"/>
                  <a:pt x="4062784" y="4220924"/>
                </a:cubicBezTo>
                <a:cubicBezTo>
                  <a:pt x="4058072" y="4215715"/>
                  <a:pt x="4055715" y="4209266"/>
                  <a:pt x="4055715" y="4201576"/>
                </a:cubicBezTo>
                <a:cubicBezTo>
                  <a:pt x="4055715" y="4196615"/>
                  <a:pt x="4056708" y="4191964"/>
                  <a:pt x="4058692" y="4187624"/>
                </a:cubicBezTo>
                <a:cubicBezTo>
                  <a:pt x="4060676" y="4183283"/>
                  <a:pt x="4063653" y="4179500"/>
                  <a:pt x="4067622" y="4176275"/>
                </a:cubicBezTo>
                <a:cubicBezTo>
                  <a:pt x="4071590" y="4173051"/>
                  <a:pt x="4076676" y="4170570"/>
                  <a:pt x="4082876" y="4168834"/>
                </a:cubicBezTo>
                <a:cubicBezTo>
                  <a:pt x="4089078" y="4167098"/>
                  <a:pt x="4096395" y="4166230"/>
                  <a:pt x="4104828" y="4166230"/>
                </a:cubicBezTo>
                <a:cubicBezTo>
                  <a:pt x="4116734" y="4166230"/>
                  <a:pt x="4127338" y="4167532"/>
                  <a:pt x="4136640" y="4170136"/>
                </a:cubicBezTo>
                <a:cubicBezTo>
                  <a:pt x="4145942" y="4172741"/>
                  <a:pt x="4154128" y="4175531"/>
                  <a:pt x="4161197" y="4178508"/>
                </a:cubicBezTo>
                <a:cubicBezTo>
                  <a:pt x="4168266" y="4181484"/>
                  <a:pt x="4174158" y="4184275"/>
                  <a:pt x="4178870" y="4186879"/>
                </a:cubicBezTo>
                <a:cubicBezTo>
                  <a:pt x="4183584" y="4189484"/>
                  <a:pt x="4187056" y="4190786"/>
                  <a:pt x="4189288" y="4190786"/>
                </a:cubicBezTo>
                <a:cubicBezTo>
                  <a:pt x="4191273" y="4190786"/>
                  <a:pt x="4193009" y="4190352"/>
                  <a:pt x="4194498" y="4189484"/>
                </a:cubicBezTo>
                <a:cubicBezTo>
                  <a:pt x="4195986" y="4188616"/>
                  <a:pt x="4197164" y="4186941"/>
                  <a:pt x="4198032" y="4184461"/>
                </a:cubicBezTo>
                <a:cubicBezTo>
                  <a:pt x="4198900" y="4181980"/>
                  <a:pt x="4199520" y="4178632"/>
                  <a:pt x="4199892" y="4174415"/>
                </a:cubicBezTo>
                <a:cubicBezTo>
                  <a:pt x="4200264" y="4170198"/>
                  <a:pt x="4200450" y="4164741"/>
                  <a:pt x="4200450" y="4158044"/>
                </a:cubicBezTo>
                <a:cubicBezTo>
                  <a:pt x="4200450" y="4152339"/>
                  <a:pt x="4200264" y="4147564"/>
                  <a:pt x="4199892" y="4143719"/>
                </a:cubicBezTo>
                <a:cubicBezTo>
                  <a:pt x="4199520" y="4139875"/>
                  <a:pt x="4199086" y="4136650"/>
                  <a:pt x="4198590" y="4134045"/>
                </a:cubicBezTo>
                <a:cubicBezTo>
                  <a:pt x="4198094" y="4131441"/>
                  <a:pt x="4197350" y="4129208"/>
                  <a:pt x="4196358" y="4127348"/>
                </a:cubicBezTo>
                <a:cubicBezTo>
                  <a:pt x="4195366" y="4125488"/>
                  <a:pt x="4193692" y="4123627"/>
                  <a:pt x="4191335" y="4121767"/>
                </a:cubicBezTo>
                <a:cubicBezTo>
                  <a:pt x="4188978" y="4119907"/>
                  <a:pt x="4185072" y="4117674"/>
                  <a:pt x="4179614" y="4115070"/>
                </a:cubicBezTo>
                <a:cubicBezTo>
                  <a:pt x="4174158" y="4112465"/>
                  <a:pt x="4167460" y="4110047"/>
                  <a:pt x="4159523" y="4107814"/>
                </a:cubicBezTo>
                <a:cubicBezTo>
                  <a:pt x="4151585" y="4105582"/>
                  <a:pt x="4142718" y="4103722"/>
                  <a:pt x="4132920" y="4102233"/>
                </a:cubicBezTo>
                <a:cubicBezTo>
                  <a:pt x="4123122" y="4100745"/>
                  <a:pt x="4113014" y="4100001"/>
                  <a:pt x="4102596" y="4100001"/>
                </a:cubicBezTo>
                <a:close/>
                <a:moveTo>
                  <a:pt x="2573238" y="4100001"/>
                </a:moveTo>
                <a:cubicBezTo>
                  <a:pt x="2601020" y="4100001"/>
                  <a:pt x="2624770" y="4104094"/>
                  <a:pt x="2644490" y="4112279"/>
                </a:cubicBezTo>
                <a:cubicBezTo>
                  <a:pt x="2664210" y="4120465"/>
                  <a:pt x="2680395" y="4131813"/>
                  <a:pt x="2693045" y="4146324"/>
                </a:cubicBezTo>
                <a:cubicBezTo>
                  <a:pt x="2705695" y="4160835"/>
                  <a:pt x="2714997" y="4178012"/>
                  <a:pt x="2720950" y="4197855"/>
                </a:cubicBezTo>
                <a:cubicBezTo>
                  <a:pt x="2726903" y="4217699"/>
                  <a:pt x="2729880" y="4239279"/>
                  <a:pt x="2729880" y="4262596"/>
                </a:cubicBezTo>
                <a:lnTo>
                  <a:pt x="2729880" y="4277479"/>
                </a:lnTo>
                <a:cubicBezTo>
                  <a:pt x="2729880" y="4288889"/>
                  <a:pt x="2727337" y="4297322"/>
                  <a:pt x="2722253" y="4302779"/>
                </a:cubicBezTo>
                <a:cubicBezTo>
                  <a:pt x="2717168" y="4308236"/>
                  <a:pt x="2710160" y="4310965"/>
                  <a:pt x="2701231" y="4310965"/>
                </a:cubicBezTo>
                <a:lnTo>
                  <a:pt x="2499196" y="4310965"/>
                </a:lnTo>
                <a:cubicBezTo>
                  <a:pt x="2499196" y="4325104"/>
                  <a:pt x="2500871" y="4337940"/>
                  <a:pt x="2504219" y="4349474"/>
                </a:cubicBezTo>
                <a:cubicBezTo>
                  <a:pt x="2507568" y="4361008"/>
                  <a:pt x="2512901" y="4370806"/>
                  <a:pt x="2520218" y="4378868"/>
                </a:cubicBezTo>
                <a:cubicBezTo>
                  <a:pt x="2527536" y="4386929"/>
                  <a:pt x="2536962" y="4393068"/>
                  <a:pt x="2548496" y="4397285"/>
                </a:cubicBezTo>
                <a:cubicBezTo>
                  <a:pt x="2560030" y="4401502"/>
                  <a:pt x="2573858" y="4403610"/>
                  <a:pt x="2589982" y="4403610"/>
                </a:cubicBezTo>
                <a:cubicBezTo>
                  <a:pt x="2606353" y="4403610"/>
                  <a:pt x="2620739" y="4402432"/>
                  <a:pt x="2633142" y="4400076"/>
                </a:cubicBezTo>
                <a:cubicBezTo>
                  <a:pt x="2645544" y="4397719"/>
                  <a:pt x="2656272" y="4395115"/>
                  <a:pt x="2665326" y="4392262"/>
                </a:cubicBezTo>
                <a:cubicBezTo>
                  <a:pt x="2674380" y="4389410"/>
                  <a:pt x="2681883" y="4386805"/>
                  <a:pt x="2687836" y="4384449"/>
                </a:cubicBezTo>
                <a:cubicBezTo>
                  <a:pt x="2693789" y="4382092"/>
                  <a:pt x="2698626" y="4380914"/>
                  <a:pt x="2702347" y="4380914"/>
                </a:cubicBezTo>
                <a:cubicBezTo>
                  <a:pt x="2704579" y="4380914"/>
                  <a:pt x="2706440" y="4381348"/>
                  <a:pt x="2707928" y="4382216"/>
                </a:cubicBezTo>
                <a:cubicBezTo>
                  <a:pt x="2709416" y="4383084"/>
                  <a:pt x="2710656" y="4384635"/>
                  <a:pt x="2711649" y="4386867"/>
                </a:cubicBezTo>
                <a:cubicBezTo>
                  <a:pt x="2712641" y="4389100"/>
                  <a:pt x="2713323" y="4392262"/>
                  <a:pt x="2713695" y="4396355"/>
                </a:cubicBezTo>
                <a:cubicBezTo>
                  <a:pt x="2714067" y="4400448"/>
                  <a:pt x="2714253" y="4405595"/>
                  <a:pt x="2714253" y="4411796"/>
                </a:cubicBezTo>
                <a:cubicBezTo>
                  <a:pt x="2714253" y="4417253"/>
                  <a:pt x="2714129" y="4421904"/>
                  <a:pt x="2713881" y="4425749"/>
                </a:cubicBezTo>
                <a:cubicBezTo>
                  <a:pt x="2713633" y="4429593"/>
                  <a:pt x="2713261" y="4432880"/>
                  <a:pt x="2712765" y="4435608"/>
                </a:cubicBezTo>
                <a:cubicBezTo>
                  <a:pt x="2712269" y="4438337"/>
                  <a:pt x="2711525" y="4440631"/>
                  <a:pt x="2710532" y="4442492"/>
                </a:cubicBezTo>
                <a:cubicBezTo>
                  <a:pt x="2709540" y="4444352"/>
                  <a:pt x="2708238" y="4446150"/>
                  <a:pt x="2706626" y="4447887"/>
                </a:cubicBezTo>
                <a:cubicBezTo>
                  <a:pt x="2705013" y="4449623"/>
                  <a:pt x="2700611" y="4451979"/>
                  <a:pt x="2693417" y="4454956"/>
                </a:cubicBezTo>
                <a:cubicBezTo>
                  <a:pt x="2686224" y="4457933"/>
                  <a:pt x="2677046" y="4460847"/>
                  <a:pt x="2665884" y="4463700"/>
                </a:cubicBezTo>
                <a:cubicBezTo>
                  <a:pt x="2654722" y="4466552"/>
                  <a:pt x="2641947" y="4469033"/>
                  <a:pt x="2627561" y="4471141"/>
                </a:cubicBezTo>
                <a:cubicBezTo>
                  <a:pt x="2613174" y="4473249"/>
                  <a:pt x="2597795" y="4474304"/>
                  <a:pt x="2581424" y="4474304"/>
                </a:cubicBezTo>
                <a:cubicBezTo>
                  <a:pt x="2551906" y="4474304"/>
                  <a:pt x="2526047" y="4470583"/>
                  <a:pt x="2503847" y="4463142"/>
                </a:cubicBezTo>
                <a:cubicBezTo>
                  <a:pt x="2481647" y="4455700"/>
                  <a:pt x="2463106" y="4444414"/>
                  <a:pt x="2448223" y="4429283"/>
                </a:cubicBezTo>
                <a:cubicBezTo>
                  <a:pt x="2433340" y="4414152"/>
                  <a:pt x="2422240" y="4395053"/>
                  <a:pt x="2414922" y="4371984"/>
                </a:cubicBezTo>
                <a:cubicBezTo>
                  <a:pt x="2407605" y="4348916"/>
                  <a:pt x="2403946" y="4321879"/>
                  <a:pt x="2403946" y="4290873"/>
                </a:cubicBezTo>
                <a:cubicBezTo>
                  <a:pt x="2403946" y="4261355"/>
                  <a:pt x="2407791" y="4234752"/>
                  <a:pt x="2415481" y="4211064"/>
                </a:cubicBezTo>
                <a:cubicBezTo>
                  <a:pt x="2423170" y="4187375"/>
                  <a:pt x="2434332" y="4167284"/>
                  <a:pt x="2448967" y="4150789"/>
                </a:cubicBezTo>
                <a:cubicBezTo>
                  <a:pt x="2463602" y="4134293"/>
                  <a:pt x="2481399" y="4121705"/>
                  <a:pt x="2502359" y="4113023"/>
                </a:cubicBezTo>
                <a:cubicBezTo>
                  <a:pt x="2523319" y="4104342"/>
                  <a:pt x="2546946" y="4100001"/>
                  <a:pt x="2573238" y="4100001"/>
                </a:cubicBezTo>
                <a:close/>
                <a:moveTo>
                  <a:pt x="1864147" y="4100001"/>
                </a:moveTo>
                <a:cubicBezTo>
                  <a:pt x="1890192" y="4100001"/>
                  <a:pt x="1912454" y="4102543"/>
                  <a:pt x="1930934" y="4107628"/>
                </a:cubicBezTo>
                <a:cubicBezTo>
                  <a:pt x="1949413" y="4112713"/>
                  <a:pt x="1964606" y="4120527"/>
                  <a:pt x="1976512" y="4131069"/>
                </a:cubicBezTo>
                <a:cubicBezTo>
                  <a:pt x="1988418" y="4141611"/>
                  <a:pt x="1997100" y="4155191"/>
                  <a:pt x="2002557" y="4171811"/>
                </a:cubicBezTo>
                <a:cubicBezTo>
                  <a:pt x="2008014" y="4188430"/>
                  <a:pt x="2010743" y="4208149"/>
                  <a:pt x="2010743" y="4230970"/>
                </a:cubicBezTo>
                <a:lnTo>
                  <a:pt x="2010743" y="4454212"/>
                </a:lnTo>
                <a:cubicBezTo>
                  <a:pt x="2010743" y="4457685"/>
                  <a:pt x="2009502" y="4460413"/>
                  <a:pt x="2007022" y="4462397"/>
                </a:cubicBezTo>
                <a:cubicBezTo>
                  <a:pt x="2004541" y="4464382"/>
                  <a:pt x="2000635" y="4465808"/>
                  <a:pt x="1995302" y="4466676"/>
                </a:cubicBezTo>
                <a:cubicBezTo>
                  <a:pt x="1989969" y="4467544"/>
                  <a:pt x="1982093" y="4467979"/>
                  <a:pt x="1971675" y="4467979"/>
                </a:cubicBezTo>
                <a:cubicBezTo>
                  <a:pt x="1960513" y="4467979"/>
                  <a:pt x="1952390" y="4467544"/>
                  <a:pt x="1947305" y="4466676"/>
                </a:cubicBezTo>
                <a:cubicBezTo>
                  <a:pt x="1942220" y="4465808"/>
                  <a:pt x="1938623" y="4464382"/>
                  <a:pt x="1936514" y="4462397"/>
                </a:cubicBezTo>
                <a:cubicBezTo>
                  <a:pt x="1934406" y="4460413"/>
                  <a:pt x="1933352" y="4457685"/>
                  <a:pt x="1933352" y="4454212"/>
                </a:cubicBezTo>
                <a:lnTo>
                  <a:pt x="1933352" y="4427795"/>
                </a:lnTo>
                <a:cubicBezTo>
                  <a:pt x="1919709" y="4442430"/>
                  <a:pt x="1904144" y="4453840"/>
                  <a:pt x="1886657" y="4462025"/>
                </a:cubicBezTo>
                <a:cubicBezTo>
                  <a:pt x="1869170" y="4470211"/>
                  <a:pt x="1849760" y="4474304"/>
                  <a:pt x="1828428" y="4474304"/>
                </a:cubicBezTo>
                <a:cubicBezTo>
                  <a:pt x="1810817" y="4474304"/>
                  <a:pt x="1794632" y="4472009"/>
                  <a:pt x="1779873" y="4467420"/>
                </a:cubicBezTo>
                <a:cubicBezTo>
                  <a:pt x="1765114" y="4462832"/>
                  <a:pt x="1752340" y="4456010"/>
                  <a:pt x="1741550" y="4446957"/>
                </a:cubicBezTo>
                <a:cubicBezTo>
                  <a:pt x="1730760" y="4437903"/>
                  <a:pt x="1722388" y="4426679"/>
                  <a:pt x="1716435" y="4413284"/>
                </a:cubicBezTo>
                <a:cubicBezTo>
                  <a:pt x="1710482" y="4399890"/>
                  <a:pt x="1707505" y="4384263"/>
                  <a:pt x="1707505" y="4366403"/>
                </a:cubicBezTo>
                <a:cubicBezTo>
                  <a:pt x="1707505" y="4347056"/>
                  <a:pt x="1711288" y="4330250"/>
                  <a:pt x="1718854" y="4315988"/>
                </a:cubicBezTo>
                <a:cubicBezTo>
                  <a:pt x="1726419" y="4301725"/>
                  <a:pt x="1737705" y="4289943"/>
                  <a:pt x="1752712" y="4280641"/>
                </a:cubicBezTo>
                <a:cubicBezTo>
                  <a:pt x="1767719" y="4271339"/>
                  <a:pt x="1786384" y="4264456"/>
                  <a:pt x="1808708" y="4259991"/>
                </a:cubicBezTo>
                <a:cubicBezTo>
                  <a:pt x="1831033" y="4255526"/>
                  <a:pt x="1856953" y="4253294"/>
                  <a:pt x="1886471" y="4253294"/>
                </a:cubicBezTo>
                <a:lnTo>
                  <a:pt x="1918841" y="4253294"/>
                </a:lnTo>
                <a:lnTo>
                  <a:pt x="1918841" y="4233202"/>
                </a:lnTo>
                <a:cubicBezTo>
                  <a:pt x="1918841" y="4222784"/>
                  <a:pt x="1917787" y="4213668"/>
                  <a:pt x="1915679" y="4205855"/>
                </a:cubicBezTo>
                <a:cubicBezTo>
                  <a:pt x="1913570" y="4198042"/>
                  <a:pt x="1910097" y="4191530"/>
                  <a:pt x="1905261" y="4186321"/>
                </a:cubicBezTo>
                <a:cubicBezTo>
                  <a:pt x="1900424" y="4181112"/>
                  <a:pt x="1893975" y="4177268"/>
                  <a:pt x="1885913" y="4174787"/>
                </a:cubicBezTo>
                <a:cubicBezTo>
                  <a:pt x="1877851" y="4172307"/>
                  <a:pt x="1867868" y="4171066"/>
                  <a:pt x="1855961" y="4171066"/>
                </a:cubicBezTo>
                <a:cubicBezTo>
                  <a:pt x="1840334" y="4171066"/>
                  <a:pt x="1826382" y="4172803"/>
                  <a:pt x="1814103" y="4176275"/>
                </a:cubicBezTo>
                <a:cubicBezTo>
                  <a:pt x="1801825" y="4179748"/>
                  <a:pt x="1790973" y="4183593"/>
                  <a:pt x="1781547" y="4187810"/>
                </a:cubicBezTo>
                <a:cubicBezTo>
                  <a:pt x="1772121" y="4192026"/>
                  <a:pt x="1764246" y="4195871"/>
                  <a:pt x="1757921" y="4199344"/>
                </a:cubicBezTo>
                <a:cubicBezTo>
                  <a:pt x="1751596" y="4202816"/>
                  <a:pt x="1746449" y="4204553"/>
                  <a:pt x="1742480" y="4204553"/>
                </a:cubicBezTo>
                <a:cubicBezTo>
                  <a:pt x="1739752" y="4204553"/>
                  <a:pt x="1737333" y="4203685"/>
                  <a:pt x="1735225" y="4201948"/>
                </a:cubicBezTo>
                <a:cubicBezTo>
                  <a:pt x="1733116" y="4200212"/>
                  <a:pt x="1731380" y="4197731"/>
                  <a:pt x="1730016" y="4194507"/>
                </a:cubicBezTo>
                <a:cubicBezTo>
                  <a:pt x="1728651" y="4191282"/>
                  <a:pt x="1727597" y="4187313"/>
                  <a:pt x="1726853" y="4182601"/>
                </a:cubicBezTo>
                <a:cubicBezTo>
                  <a:pt x="1726109" y="4177888"/>
                  <a:pt x="1725737" y="4172679"/>
                  <a:pt x="1725737" y="4166974"/>
                </a:cubicBezTo>
                <a:cubicBezTo>
                  <a:pt x="1725737" y="4159284"/>
                  <a:pt x="1726357" y="4153207"/>
                  <a:pt x="1727597" y="4148742"/>
                </a:cubicBezTo>
                <a:cubicBezTo>
                  <a:pt x="1728837" y="4144277"/>
                  <a:pt x="1731194" y="4140247"/>
                  <a:pt x="1734667" y="4136650"/>
                </a:cubicBezTo>
                <a:cubicBezTo>
                  <a:pt x="1738139" y="4133053"/>
                  <a:pt x="1744216" y="4129084"/>
                  <a:pt x="1752898" y="4124744"/>
                </a:cubicBezTo>
                <a:cubicBezTo>
                  <a:pt x="1761579" y="4120403"/>
                  <a:pt x="1771749" y="4116372"/>
                  <a:pt x="1783408" y="4112651"/>
                </a:cubicBezTo>
                <a:cubicBezTo>
                  <a:pt x="1795066" y="4108931"/>
                  <a:pt x="1807778" y="4105892"/>
                  <a:pt x="1821545" y="4103536"/>
                </a:cubicBezTo>
                <a:cubicBezTo>
                  <a:pt x="1835311" y="4101179"/>
                  <a:pt x="1849512" y="4100001"/>
                  <a:pt x="1864147" y="4100001"/>
                </a:cubicBezTo>
                <a:close/>
                <a:moveTo>
                  <a:pt x="1400845" y="4100001"/>
                </a:moveTo>
                <a:cubicBezTo>
                  <a:pt x="1404070" y="4100001"/>
                  <a:pt x="1407542" y="4100187"/>
                  <a:pt x="1411263" y="4100559"/>
                </a:cubicBezTo>
                <a:cubicBezTo>
                  <a:pt x="1414984" y="4100931"/>
                  <a:pt x="1418828" y="4101551"/>
                  <a:pt x="1422797" y="4102419"/>
                </a:cubicBezTo>
                <a:cubicBezTo>
                  <a:pt x="1426766" y="4103288"/>
                  <a:pt x="1430238" y="4104280"/>
                  <a:pt x="1433215" y="4105396"/>
                </a:cubicBezTo>
                <a:cubicBezTo>
                  <a:pt x="1436192" y="4106512"/>
                  <a:pt x="1438362" y="4107690"/>
                  <a:pt x="1439726" y="4108931"/>
                </a:cubicBezTo>
                <a:cubicBezTo>
                  <a:pt x="1441091" y="4110171"/>
                  <a:pt x="1442083" y="4111535"/>
                  <a:pt x="1442703" y="4113023"/>
                </a:cubicBezTo>
                <a:cubicBezTo>
                  <a:pt x="1443323" y="4114512"/>
                  <a:pt x="1443881" y="4116558"/>
                  <a:pt x="1444377" y="4119163"/>
                </a:cubicBezTo>
                <a:cubicBezTo>
                  <a:pt x="1444873" y="4121767"/>
                  <a:pt x="1445245" y="4125674"/>
                  <a:pt x="1445493" y="4130883"/>
                </a:cubicBezTo>
                <a:cubicBezTo>
                  <a:pt x="1445742" y="4136092"/>
                  <a:pt x="1445866" y="4143161"/>
                  <a:pt x="1445866" y="4152091"/>
                </a:cubicBezTo>
                <a:cubicBezTo>
                  <a:pt x="1445866" y="4161021"/>
                  <a:pt x="1445617" y="4168338"/>
                  <a:pt x="1445121" y="4174043"/>
                </a:cubicBezTo>
                <a:cubicBezTo>
                  <a:pt x="1444625" y="4179748"/>
                  <a:pt x="1443881" y="4184213"/>
                  <a:pt x="1442889" y="4187438"/>
                </a:cubicBezTo>
                <a:cubicBezTo>
                  <a:pt x="1441897" y="4190662"/>
                  <a:pt x="1440594" y="4192895"/>
                  <a:pt x="1438982" y="4194135"/>
                </a:cubicBezTo>
                <a:cubicBezTo>
                  <a:pt x="1437370" y="4195375"/>
                  <a:pt x="1435324" y="4195995"/>
                  <a:pt x="1432843" y="4195995"/>
                </a:cubicBezTo>
                <a:cubicBezTo>
                  <a:pt x="1430859" y="4195995"/>
                  <a:pt x="1428626" y="4195561"/>
                  <a:pt x="1426146" y="4194693"/>
                </a:cubicBezTo>
                <a:cubicBezTo>
                  <a:pt x="1423665" y="4193825"/>
                  <a:pt x="1420875" y="4192895"/>
                  <a:pt x="1417774" y="4191902"/>
                </a:cubicBezTo>
                <a:cubicBezTo>
                  <a:pt x="1414674" y="4190910"/>
                  <a:pt x="1411263" y="4189980"/>
                  <a:pt x="1407542" y="4189112"/>
                </a:cubicBezTo>
                <a:cubicBezTo>
                  <a:pt x="1403822" y="4188244"/>
                  <a:pt x="1399729" y="4187810"/>
                  <a:pt x="1395264" y="4187810"/>
                </a:cubicBezTo>
                <a:cubicBezTo>
                  <a:pt x="1390055" y="4187810"/>
                  <a:pt x="1384846" y="4188864"/>
                  <a:pt x="1379637" y="4190972"/>
                </a:cubicBezTo>
                <a:cubicBezTo>
                  <a:pt x="1374428" y="4193081"/>
                  <a:pt x="1369033" y="4196367"/>
                  <a:pt x="1363452" y="4200832"/>
                </a:cubicBezTo>
                <a:cubicBezTo>
                  <a:pt x="1357871" y="4205297"/>
                  <a:pt x="1352042" y="4211250"/>
                  <a:pt x="1345965" y="4218691"/>
                </a:cubicBezTo>
                <a:cubicBezTo>
                  <a:pt x="1339888" y="4226133"/>
                  <a:pt x="1333376" y="4235311"/>
                  <a:pt x="1326431" y="4246225"/>
                </a:cubicBezTo>
                <a:lnTo>
                  <a:pt x="1326431" y="4453096"/>
                </a:lnTo>
                <a:cubicBezTo>
                  <a:pt x="1326431" y="4455576"/>
                  <a:pt x="1325687" y="4457747"/>
                  <a:pt x="1324199" y="4459607"/>
                </a:cubicBezTo>
                <a:cubicBezTo>
                  <a:pt x="1322710" y="4461467"/>
                  <a:pt x="1320168" y="4463018"/>
                  <a:pt x="1316571" y="4464258"/>
                </a:cubicBezTo>
                <a:cubicBezTo>
                  <a:pt x="1312974" y="4465498"/>
                  <a:pt x="1308200" y="4466428"/>
                  <a:pt x="1302246" y="4467048"/>
                </a:cubicBezTo>
                <a:cubicBezTo>
                  <a:pt x="1296293" y="4467668"/>
                  <a:pt x="1288728" y="4467979"/>
                  <a:pt x="1279550" y="4467979"/>
                </a:cubicBezTo>
                <a:cubicBezTo>
                  <a:pt x="1270372" y="4467979"/>
                  <a:pt x="1262807" y="4467668"/>
                  <a:pt x="1256854" y="4467048"/>
                </a:cubicBezTo>
                <a:cubicBezTo>
                  <a:pt x="1250901" y="4466428"/>
                  <a:pt x="1246126" y="4465498"/>
                  <a:pt x="1242529" y="4464258"/>
                </a:cubicBezTo>
                <a:cubicBezTo>
                  <a:pt x="1238932" y="4463018"/>
                  <a:pt x="1236390" y="4461467"/>
                  <a:pt x="1234902" y="4459607"/>
                </a:cubicBezTo>
                <a:cubicBezTo>
                  <a:pt x="1233413" y="4457747"/>
                  <a:pt x="1232669" y="4455576"/>
                  <a:pt x="1232669" y="4453096"/>
                </a:cubicBezTo>
                <a:lnTo>
                  <a:pt x="1232669" y="4121209"/>
                </a:lnTo>
                <a:cubicBezTo>
                  <a:pt x="1232669" y="4118728"/>
                  <a:pt x="1233289" y="4116558"/>
                  <a:pt x="1234529" y="4114698"/>
                </a:cubicBezTo>
                <a:cubicBezTo>
                  <a:pt x="1235770" y="4112837"/>
                  <a:pt x="1238002" y="4111287"/>
                  <a:pt x="1241227" y="4110047"/>
                </a:cubicBezTo>
                <a:cubicBezTo>
                  <a:pt x="1244452" y="4108807"/>
                  <a:pt x="1248606" y="4107876"/>
                  <a:pt x="1253691" y="4107256"/>
                </a:cubicBezTo>
                <a:cubicBezTo>
                  <a:pt x="1258776" y="4106636"/>
                  <a:pt x="1265163" y="4106326"/>
                  <a:pt x="1272853" y="4106326"/>
                </a:cubicBezTo>
                <a:cubicBezTo>
                  <a:pt x="1280790" y="4106326"/>
                  <a:pt x="1287363" y="4106636"/>
                  <a:pt x="1292573" y="4107256"/>
                </a:cubicBezTo>
                <a:cubicBezTo>
                  <a:pt x="1297782" y="4107876"/>
                  <a:pt x="1301812" y="4108807"/>
                  <a:pt x="1304665" y="4110047"/>
                </a:cubicBezTo>
                <a:cubicBezTo>
                  <a:pt x="1307517" y="4111287"/>
                  <a:pt x="1309564" y="4112837"/>
                  <a:pt x="1310804" y="4114698"/>
                </a:cubicBezTo>
                <a:cubicBezTo>
                  <a:pt x="1312044" y="4116558"/>
                  <a:pt x="1312664" y="4118728"/>
                  <a:pt x="1312664" y="4121209"/>
                </a:cubicBezTo>
                <a:lnTo>
                  <a:pt x="1312664" y="4162509"/>
                </a:lnTo>
                <a:cubicBezTo>
                  <a:pt x="1321346" y="4150106"/>
                  <a:pt x="1329532" y="4139875"/>
                  <a:pt x="1337221" y="4131813"/>
                </a:cubicBezTo>
                <a:cubicBezTo>
                  <a:pt x="1344911" y="4123751"/>
                  <a:pt x="1352228" y="4117364"/>
                  <a:pt x="1359173" y="4112651"/>
                </a:cubicBezTo>
                <a:cubicBezTo>
                  <a:pt x="1366119" y="4107938"/>
                  <a:pt x="1373064" y="4104652"/>
                  <a:pt x="1380009" y="4102791"/>
                </a:cubicBezTo>
                <a:cubicBezTo>
                  <a:pt x="1386954" y="4100931"/>
                  <a:pt x="1393900" y="4100001"/>
                  <a:pt x="1400845" y="4100001"/>
                </a:cubicBezTo>
                <a:close/>
                <a:moveTo>
                  <a:pt x="1001614" y="4100001"/>
                </a:moveTo>
                <a:cubicBezTo>
                  <a:pt x="1029395" y="4100001"/>
                  <a:pt x="1053145" y="4104094"/>
                  <a:pt x="1072865" y="4112279"/>
                </a:cubicBezTo>
                <a:cubicBezTo>
                  <a:pt x="1092585" y="4120465"/>
                  <a:pt x="1108770" y="4131813"/>
                  <a:pt x="1121420" y="4146324"/>
                </a:cubicBezTo>
                <a:cubicBezTo>
                  <a:pt x="1134070" y="4160835"/>
                  <a:pt x="1143372" y="4178012"/>
                  <a:pt x="1149325" y="4197855"/>
                </a:cubicBezTo>
                <a:cubicBezTo>
                  <a:pt x="1155278" y="4217699"/>
                  <a:pt x="1158255" y="4239279"/>
                  <a:pt x="1158255" y="4262596"/>
                </a:cubicBezTo>
                <a:lnTo>
                  <a:pt x="1158255" y="4277479"/>
                </a:lnTo>
                <a:cubicBezTo>
                  <a:pt x="1158255" y="4288889"/>
                  <a:pt x="1155713" y="4297322"/>
                  <a:pt x="1150628" y="4302779"/>
                </a:cubicBezTo>
                <a:cubicBezTo>
                  <a:pt x="1145543" y="4308236"/>
                  <a:pt x="1138535" y="4310965"/>
                  <a:pt x="1129606" y="4310965"/>
                </a:cubicBezTo>
                <a:lnTo>
                  <a:pt x="927571" y="4310965"/>
                </a:lnTo>
                <a:cubicBezTo>
                  <a:pt x="927571" y="4325104"/>
                  <a:pt x="929246" y="4337940"/>
                  <a:pt x="932594" y="4349474"/>
                </a:cubicBezTo>
                <a:cubicBezTo>
                  <a:pt x="935943" y="4361008"/>
                  <a:pt x="941276" y="4370806"/>
                  <a:pt x="948594" y="4378868"/>
                </a:cubicBezTo>
                <a:cubicBezTo>
                  <a:pt x="955911" y="4386929"/>
                  <a:pt x="965337" y="4393068"/>
                  <a:pt x="976871" y="4397285"/>
                </a:cubicBezTo>
                <a:cubicBezTo>
                  <a:pt x="988405" y="4401502"/>
                  <a:pt x="1002234" y="4403610"/>
                  <a:pt x="1018357" y="4403610"/>
                </a:cubicBezTo>
                <a:cubicBezTo>
                  <a:pt x="1034728" y="4403610"/>
                  <a:pt x="1049114" y="4402432"/>
                  <a:pt x="1061517" y="4400076"/>
                </a:cubicBezTo>
                <a:cubicBezTo>
                  <a:pt x="1073919" y="4397719"/>
                  <a:pt x="1084647" y="4395115"/>
                  <a:pt x="1093701" y="4392262"/>
                </a:cubicBezTo>
                <a:cubicBezTo>
                  <a:pt x="1102755" y="4389410"/>
                  <a:pt x="1110258" y="4386805"/>
                  <a:pt x="1116211" y="4384449"/>
                </a:cubicBezTo>
                <a:cubicBezTo>
                  <a:pt x="1122164" y="4382092"/>
                  <a:pt x="1127001" y="4380914"/>
                  <a:pt x="1130722" y="4380914"/>
                </a:cubicBezTo>
                <a:cubicBezTo>
                  <a:pt x="1132954" y="4380914"/>
                  <a:pt x="1134815" y="4381348"/>
                  <a:pt x="1136303" y="4382216"/>
                </a:cubicBezTo>
                <a:cubicBezTo>
                  <a:pt x="1137791" y="4383084"/>
                  <a:pt x="1139032" y="4384635"/>
                  <a:pt x="1140024" y="4386867"/>
                </a:cubicBezTo>
                <a:cubicBezTo>
                  <a:pt x="1141016" y="4389100"/>
                  <a:pt x="1141698" y="4392262"/>
                  <a:pt x="1142070" y="4396355"/>
                </a:cubicBezTo>
                <a:cubicBezTo>
                  <a:pt x="1142442" y="4400448"/>
                  <a:pt x="1142628" y="4405595"/>
                  <a:pt x="1142628" y="4411796"/>
                </a:cubicBezTo>
                <a:cubicBezTo>
                  <a:pt x="1142628" y="4417253"/>
                  <a:pt x="1142504" y="4421904"/>
                  <a:pt x="1142256" y="4425749"/>
                </a:cubicBezTo>
                <a:cubicBezTo>
                  <a:pt x="1142008" y="4429593"/>
                  <a:pt x="1141636" y="4432880"/>
                  <a:pt x="1141140" y="4435608"/>
                </a:cubicBezTo>
                <a:cubicBezTo>
                  <a:pt x="1140644" y="4438337"/>
                  <a:pt x="1139900" y="4440631"/>
                  <a:pt x="1138908" y="4442492"/>
                </a:cubicBezTo>
                <a:cubicBezTo>
                  <a:pt x="1137915" y="4444352"/>
                  <a:pt x="1136613" y="4446150"/>
                  <a:pt x="1135001" y="4447887"/>
                </a:cubicBezTo>
                <a:cubicBezTo>
                  <a:pt x="1133388" y="4449623"/>
                  <a:pt x="1128985" y="4451979"/>
                  <a:pt x="1121792" y="4454956"/>
                </a:cubicBezTo>
                <a:cubicBezTo>
                  <a:pt x="1114599" y="4457933"/>
                  <a:pt x="1105421" y="4460847"/>
                  <a:pt x="1094259" y="4463700"/>
                </a:cubicBezTo>
                <a:cubicBezTo>
                  <a:pt x="1083097" y="4466552"/>
                  <a:pt x="1070322" y="4469033"/>
                  <a:pt x="1055936" y="4471141"/>
                </a:cubicBezTo>
                <a:cubicBezTo>
                  <a:pt x="1041549" y="4473249"/>
                  <a:pt x="1026170" y="4474304"/>
                  <a:pt x="1009799" y="4474304"/>
                </a:cubicBezTo>
                <a:cubicBezTo>
                  <a:pt x="980282" y="4474304"/>
                  <a:pt x="954423" y="4470583"/>
                  <a:pt x="932222" y="4463142"/>
                </a:cubicBezTo>
                <a:cubicBezTo>
                  <a:pt x="910022" y="4455700"/>
                  <a:pt x="891481" y="4444414"/>
                  <a:pt x="876598" y="4429283"/>
                </a:cubicBezTo>
                <a:cubicBezTo>
                  <a:pt x="861715" y="4414152"/>
                  <a:pt x="850615" y="4395053"/>
                  <a:pt x="843298" y="4371984"/>
                </a:cubicBezTo>
                <a:cubicBezTo>
                  <a:pt x="835980" y="4348916"/>
                  <a:pt x="832321" y="4321879"/>
                  <a:pt x="832321" y="4290873"/>
                </a:cubicBezTo>
                <a:cubicBezTo>
                  <a:pt x="832321" y="4261355"/>
                  <a:pt x="836166" y="4234752"/>
                  <a:pt x="843856" y="4211064"/>
                </a:cubicBezTo>
                <a:cubicBezTo>
                  <a:pt x="851545" y="4187375"/>
                  <a:pt x="862707" y="4167284"/>
                  <a:pt x="877342" y="4150789"/>
                </a:cubicBezTo>
                <a:cubicBezTo>
                  <a:pt x="891977" y="4134293"/>
                  <a:pt x="909774" y="4121705"/>
                  <a:pt x="930734" y="4113023"/>
                </a:cubicBezTo>
                <a:cubicBezTo>
                  <a:pt x="951694" y="4104342"/>
                  <a:pt x="975321" y="4100001"/>
                  <a:pt x="1001614" y="4100001"/>
                </a:cubicBezTo>
                <a:close/>
                <a:moveTo>
                  <a:pt x="389781" y="4100001"/>
                </a:moveTo>
                <a:cubicBezTo>
                  <a:pt x="412353" y="4100001"/>
                  <a:pt x="431391" y="4103722"/>
                  <a:pt x="446894" y="4111163"/>
                </a:cubicBezTo>
                <a:cubicBezTo>
                  <a:pt x="462397" y="4118604"/>
                  <a:pt x="474923" y="4128712"/>
                  <a:pt x="484473" y="4141487"/>
                </a:cubicBezTo>
                <a:cubicBezTo>
                  <a:pt x="494023" y="4154261"/>
                  <a:pt x="500906" y="4169206"/>
                  <a:pt x="505123" y="4186321"/>
                </a:cubicBezTo>
                <a:cubicBezTo>
                  <a:pt x="509340" y="4203437"/>
                  <a:pt x="511448" y="4224024"/>
                  <a:pt x="511448" y="4248085"/>
                </a:cubicBezTo>
                <a:lnTo>
                  <a:pt x="511448" y="4453096"/>
                </a:lnTo>
                <a:cubicBezTo>
                  <a:pt x="511448" y="4455576"/>
                  <a:pt x="510704" y="4457747"/>
                  <a:pt x="509216" y="4459607"/>
                </a:cubicBezTo>
                <a:cubicBezTo>
                  <a:pt x="507727" y="4461467"/>
                  <a:pt x="505247" y="4463018"/>
                  <a:pt x="501774" y="4464258"/>
                </a:cubicBezTo>
                <a:cubicBezTo>
                  <a:pt x="498302" y="4465498"/>
                  <a:pt x="493527" y="4466428"/>
                  <a:pt x="487450" y="4467048"/>
                </a:cubicBezTo>
                <a:cubicBezTo>
                  <a:pt x="481372" y="4467668"/>
                  <a:pt x="473869" y="4467979"/>
                  <a:pt x="464939" y="4467979"/>
                </a:cubicBezTo>
                <a:cubicBezTo>
                  <a:pt x="455762" y="4467979"/>
                  <a:pt x="448134" y="4467668"/>
                  <a:pt x="442057" y="4467048"/>
                </a:cubicBezTo>
                <a:cubicBezTo>
                  <a:pt x="435980" y="4466428"/>
                  <a:pt x="431205" y="4465498"/>
                  <a:pt x="427732" y="4464258"/>
                </a:cubicBezTo>
                <a:cubicBezTo>
                  <a:pt x="424260" y="4463018"/>
                  <a:pt x="421779" y="4461467"/>
                  <a:pt x="420291" y="4459607"/>
                </a:cubicBezTo>
                <a:cubicBezTo>
                  <a:pt x="418803" y="4457747"/>
                  <a:pt x="418058" y="4455576"/>
                  <a:pt x="418058" y="4453096"/>
                </a:cubicBezTo>
                <a:lnTo>
                  <a:pt x="418058" y="4263712"/>
                </a:lnTo>
                <a:cubicBezTo>
                  <a:pt x="418058" y="4247589"/>
                  <a:pt x="416880" y="4234938"/>
                  <a:pt x="414524" y="4225761"/>
                </a:cubicBezTo>
                <a:cubicBezTo>
                  <a:pt x="412167" y="4216583"/>
                  <a:pt x="408757" y="4208708"/>
                  <a:pt x="404292" y="4202134"/>
                </a:cubicBezTo>
                <a:cubicBezTo>
                  <a:pt x="399827" y="4195561"/>
                  <a:pt x="394060" y="4190476"/>
                  <a:pt x="386991" y="4186879"/>
                </a:cubicBezTo>
                <a:cubicBezTo>
                  <a:pt x="379921" y="4183283"/>
                  <a:pt x="371674" y="4181484"/>
                  <a:pt x="362248" y="4181484"/>
                </a:cubicBezTo>
                <a:cubicBezTo>
                  <a:pt x="350342" y="4181484"/>
                  <a:pt x="338311" y="4185825"/>
                  <a:pt x="326157" y="4194507"/>
                </a:cubicBezTo>
                <a:cubicBezTo>
                  <a:pt x="314003" y="4203188"/>
                  <a:pt x="301352" y="4215839"/>
                  <a:pt x="288206" y="4232458"/>
                </a:cubicBezTo>
                <a:lnTo>
                  <a:pt x="288206" y="4453096"/>
                </a:lnTo>
                <a:cubicBezTo>
                  <a:pt x="288206" y="4455576"/>
                  <a:pt x="287462" y="4457747"/>
                  <a:pt x="285974" y="4459607"/>
                </a:cubicBezTo>
                <a:cubicBezTo>
                  <a:pt x="284485" y="4461467"/>
                  <a:pt x="281943" y="4463018"/>
                  <a:pt x="278346" y="4464258"/>
                </a:cubicBezTo>
                <a:cubicBezTo>
                  <a:pt x="274749" y="4465498"/>
                  <a:pt x="269974" y="4466428"/>
                  <a:pt x="264021" y="4467048"/>
                </a:cubicBezTo>
                <a:cubicBezTo>
                  <a:pt x="258068" y="4467668"/>
                  <a:pt x="250503" y="4467979"/>
                  <a:pt x="241325" y="4467979"/>
                </a:cubicBezTo>
                <a:cubicBezTo>
                  <a:pt x="232147" y="4467979"/>
                  <a:pt x="224582" y="4467668"/>
                  <a:pt x="218629" y="4467048"/>
                </a:cubicBezTo>
                <a:cubicBezTo>
                  <a:pt x="212676" y="4466428"/>
                  <a:pt x="207901" y="4465498"/>
                  <a:pt x="204304" y="4464258"/>
                </a:cubicBezTo>
                <a:cubicBezTo>
                  <a:pt x="200707" y="4463018"/>
                  <a:pt x="198165" y="4461467"/>
                  <a:pt x="196677" y="4459607"/>
                </a:cubicBezTo>
                <a:cubicBezTo>
                  <a:pt x="195188" y="4457747"/>
                  <a:pt x="194444" y="4455576"/>
                  <a:pt x="194444" y="4453096"/>
                </a:cubicBezTo>
                <a:lnTo>
                  <a:pt x="194444" y="4121209"/>
                </a:lnTo>
                <a:cubicBezTo>
                  <a:pt x="194444" y="4118728"/>
                  <a:pt x="195064" y="4116558"/>
                  <a:pt x="196304" y="4114698"/>
                </a:cubicBezTo>
                <a:cubicBezTo>
                  <a:pt x="197545" y="4112837"/>
                  <a:pt x="199777" y="4111287"/>
                  <a:pt x="203002" y="4110047"/>
                </a:cubicBezTo>
                <a:cubicBezTo>
                  <a:pt x="206226" y="4108807"/>
                  <a:pt x="210381" y="4107876"/>
                  <a:pt x="215466" y="4107256"/>
                </a:cubicBezTo>
                <a:cubicBezTo>
                  <a:pt x="220551" y="4106636"/>
                  <a:pt x="226938" y="4106326"/>
                  <a:pt x="234628" y="4106326"/>
                </a:cubicBezTo>
                <a:cubicBezTo>
                  <a:pt x="242565" y="4106326"/>
                  <a:pt x="249138" y="4106636"/>
                  <a:pt x="254347" y="4107256"/>
                </a:cubicBezTo>
                <a:cubicBezTo>
                  <a:pt x="259556" y="4107876"/>
                  <a:pt x="263587" y="4108807"/>
                  <a:pt x="266440" y="4110047"/>
                </a:cubicBezTo>
                <a:cubicBezTo>
                  <a:pt x="269292" y="4111287"/>
                  <a:pt x="271339" y="4112837"/>
                  <a:pt x="272579" y="4114698"/>
                </a:cubicBezTo>
                <a:cubicBezTo>
                  <a:pt x="273819" y="4116558"/>
                  <a:pt x="274439" y="4118728"/>
                  <a:pt x="274439" y="4121209"/>
                </a:cubicBezTo>
                <a:lnTo>
                  <a:pt x="274439" y="4159532"/>
                </a:lnTo>
                <a:cubicBezTo>
                  <a:pt x="292795" y="4139688"/>
                  <a:pt x="311460" y="4124806"/>
                  <a:pt x="330436" y="4114884"/>
                </a:cubicBezTo>
                <a:cubicBezTo>
                  <a:pt x="349411" y="4104962"/>
                  <a:pt x="369193" y="4100001"/>
                  <a:pt x="389781" y="4100001"/>
                </a:cubicBezTo>
                <a:close/>
                <a:moveTo>
                  <a:pt x="4543202" y="4018890"/>
                </a:moveTo>
                <a:cubicBezTo>
                  <a:pt x="4534272" y="4018890"/>
                  <a:pt x="4526768" y="4019200"/>
                  <a:pt x="4520692" y="4019820"/>
                </a:cubicBezTo>
                <a:cubicBezTo>
                  <a:pt x="4514614" y="4020440"/>
                  <a:pt x="4509778" y="4021432"/>
                  <a:pt x="4506180" y="4022796"/>
                </a:cubicBezTo>
                <a:cubicBezTo>
                  <a:pt x="4502584" y="4024161"/>
                  <a:pt x="4500104" y="4025835"/>
                  <a:pt x="4498740" y="4027819"/>
                </a:cubicBezTo>
                <a:cubicBezTo>
                  <a:pt x="4497375" y="4029804"/>
                  <a:pt x="4496693" y="4032036"/>
                  <a:pt x="4496693" y="4034517"/>
                </a:cubicBezTo>
                <a:lnTo>
                  <a:pt x="4496693" y="4108559"/>
                </a:lnTo>
                <a:lnTo>
                  <a:pt x="4457254" y="4108559"/>
                </a:lnTo>
                <a:cubicBezTo>
                  <a:pt x="4454773" y="4108559"/>
                  <a:pt x="4452602" y="4109179"/>
                  <a:pt x="4450742" y="4110419"/>
                </a:cubicBezTo>
                <a:cubicBezTo>
                  <a:pt x="4448882" y="4111659"/>
                  <a:pt x="4447332" y="4113705"/>
                  <a:pt x="4446092" y="4116558"/>
                </a:cubicBezTo>
                <a:cubicBezTo>
                  <a:pt x="4444851" y="4119411"/>
                  <a:pt x="4443921" y="4123317"/>
                  <a:pt x="4443301" y="4128278"/>
                </a:cubicBezTo>
                <a:cubicBezTo>
                  <a:pt x="4442681" y="4133239"/>
                  <a:pt x="4442370" y="4139316"/>
                  <a:pt x="4442370" y="4146510"/>
                </a:cubicBezTo>
                <a:cubicBezTo>
                  <a:pt x="4442370" y="4160152"/>
                  <a:pt x="4443611" y="4169888"/>
                  <a:pt x="4446092" y="4175717"/>
                </a:cubicBezTo>
                <a:cubicBezTo>
                  <a:pt x="4448572" y="4181546"/>
                  <a:pt x="4452168" y="4184461"/>
                  <a:pt x="4456882" y="4184461"/>
                </a:cubicBezTo>
                <a:lnTo>
                  <a:pt x="4496693" y="4184461"/>
                </a:lnTo>
                <a:lnTo>
                  <a:pt x="4496693" y="4354497"/>
                </a:lnTo>
                <a:cubicBezTo>
                  <a:pt x="4496693" y="4374837"/>
                  <a:pt x="4498801" y="4392448"/>
                  <a:pt x="4503018" y="4407331"/>
                </a:cubicBezTo>
                <a:cubicBezTo>
                  <a:pt x="4507235" y="4422214"/>
                  <a:pt x="4513808" y="4434554"/>
                  <a:pt x="4522738" y="4444352"/>
                </a:cubicBezTo>
                <a:cubicBezTo>
                  <a:pt x="4531668" y="4454150"/>
                  <a:pt x="4542954" y="4461405"/>
                  <a:pt x="4556596" y="4466118"/>
                </a:cubicBezTo>
                <a:cubicBezTo>
                  <a:pt x="4570238" y="4470831"/>
                  <a:pt x="4586362" y="4473187"/>
                  <a:pt x="4604965" y="4473187"/>
                </a:cubicBezTo>
                <a:cubicBezTo>
                  <a:pt x="4611910" y="4473187"/>
                  <a:pt x="4618794" y="4472815"/>
                  <a:pt x="4625615" y="4472071"/>
                </a:cubicBezTo>
                <a:cubicBezTo>
                  <a:pt x="4632436" y="4471327"/>
                  <a:pt x="4638762" y="4470273"/>
                  <a:pt x="4644590" y="4468909"/>
                </a:cubicBezTo>
                <a:cubicBezTo>
                  <a:pt x="4650420" y="4467544"/>
                  <a:pt x="4655505" y="4465932"/>
                  <a:pt x="4659846" y="4464072"/>
                </a:cubicBezTo>
                <a:cubicBezTo>
                  <a:pt x="4664186" y="4462211"/>
                  <a:pt x="4667473" y="4460103"/>
                  <a:pt x="4669706" y="4457747"/>
                </a:cubicBezTo>
                <a:cubicBezTo>
                  <a:pt x="4671938" y="4455390"/>
                  <a:pt x="4673736" y="4451297"/>
                  <a:pt x="4675100" y="4445468"/>
                </a:cubicBezTo>
                <a:cubicBezTo>
                  <a:pt x="4676465" y="4439639"/>
                  <a:pt x="4677147" y="4431268"/>
                  <a:pt x="4677147" y="4420354"/>
                </a:cubicBezTo>
                <a:cubicBezTo>
                  <a:pt x="4677147" y="4413408"/>
                  <a:pt x="4676837" y="4407703"/>
                  <a:pt x="4676216" y="4403238"/>
                </a:cubicBezTo>
                <a:cubicBezTo>
                  <a:pt x="4675597" y="4398773"/>
                  <a:pt x="4674914" y="4395239"/>
                  <a:pt x="4674170" y="4392634"/>
                </a:cubicBezTo>
                <a:cubicBezTo>
                  <a:pt x="4673426" y="4390030"/>
                  <a:pt x="4672372" y="4388293"/>
                  <a:pt x="4671008" y="4387425"/>
                </a:cubicBezTo>
                <a:cubicBezTo>
                  <a:pt x="4669644" y="4386557"/>
                  <a:pt x="4668217" y="4386123"/>
                  <a:pt x="4666729" y="4386123"/>
                </a:cubicBezTo>
                <a:cubicBezTo>
                  <a:pt x="4664993" y="4386123"/>
                  <a:pt x="4663070" y="4386557"/>
                  <a:pt x="4660962" y="4387425"/>
                </a:cubicBezTo>
                <a:cubicBezTo>
                  <a:pt x="4658854" y="4388293"/>
                  <a:pt x="4656249" y="4389286"/>
                  <a:pt x="4653148" y="4390402"/>
                </a:cubicBezTo>
                <a:cubicBezTo>
                  <a:pt x="4650048" y="4391518"/>
                  <a:pt x="4646513" y="4392510"/>
                  <a:pt x="4642544" y="4393378"/>
                </a:cubicBezTo>
                <a:cubicBezTo>
                  <a:pt x="4638576" y="4394247"/>
                  <a:pt x="4634111" y="4394681"/>
                  <a:pt x="4629150" y="4394681"/>
                </a:cubicBezTo>
                <a:cubicBezTo>
                  <a:pt x="4614515" y="4394681"/>
                  <a:pt x="4604346" y="4390154"/>
                  <a:pt x="4598640" y="4381100"/>
                </a:cubicBezTo>
                <a:cubicBezTo>
                  <a:pt x="4592935" y="4372046"/>
                  <a:pt x="4590082" y="4358466"/>
                  <a:pt x="4590082" y="4340358"/>
                </a:cubicBezTo>
                <a:lnTo>
                  <a:pt x="4590082" y="4184461"/>
                </a:lnTo>
                <a:lnTo>
                  <a:pt x="4662636" y="4184461"/>
                </a:lnTo>
                <a:cubicBezTo>
                  <a:pt x="4667349" y="4184461"/>
                  <a:pt x="4670946" y="4181546"/>
                  <a:pt x="4673426" y="4175717"/>
                </a:cubicBezTo>
                <a:cubicBezTo>
                  <a:pt x="4675906" y="4169888"/>
                  <a:pt x="4677147" y="4160152"/>
                  <a:pt x="4677147" y="4146510"/>
                </a:cubicBezTo>
                <a:cubicBezTo>
                  <a:pt x="4677147" y="4139316"/>
                  <a:pt x="4676837" y="4133239"/>
                  <a:pt x="4676216" y="4128278"/>
                </a:cubicBezTo>
                <a:cubicBezTo>
                  <a:pt x="4675597" y="4123317"/>
                  <a:pt x="4674666" y="4119411"/>
                  <a:pt x="4673426" y="4116558"/>
                </a:cubicBezTo>
                <a:cubicBezTo>
                  <a:pt x="4672186" y="4113705"/>
                  <a:pt x="4670636" y="4111659"/>
                  <a:pt x="4668775" y="4110419"/>
                </a:cubicBezTo>
                <a:cubicBezTo>
                  <a:pt x="4666915" y="4109179"/>
                  <a:pt x="4664744" y="4108559"/>
                  <a:pt x="4662264" y="4108559"/>
                </a:cubicBezTo>
                <a:lnTo>
                  <a:pt x="4590082" y="4108559"/>
                </a:lnTo>
                <a:lnTo>
                  <a:pt x="4590082" y="4034517"/>
                </a:lnTo>
                <a:cubicBezTo>
                  <a:pt x="4590082" y="4032036"/>
                  <a:pt x="4589338" y="4029804"/>
                  <a:pt x="4587850" y="4027819"/>
                </a:cubicBezTo>
                <a:cubicBezTo>
                  <a:pt x="4586362" y="4025835"/>
                  <a:pt x="4583882" y="4024161"/>
                  <a:pt x="4580408" y="4022796"/>
                </a:cubicBezTo>
                <a:cubicBezTo>
                  <a:pt x="4576936" y="4021432"/>
                  <a:pt x="4572162" y="4020440"/>
                  <a:pt x="4566084" y="4019820"/>
                </a:cubicBezTo>
                <a:cubicBezTo>
                  <a:pt x="4560007" y="4019200"/>
                  <a:pt x="4552380" y="4018890"/>
                  <a:pt x="4543202" y="4018890"/>
                </a:cubicBezTo>
                <a:close/>
                <a:moveTo>
                  <a:pt x="657002" y="4018890"/>
                </a:moveTo>
                <a:cubicBezTo>
                  <a:pt x="666180" y="4018890"/>
                  <a:pt x="673807" y="4019200"/>
                  <a:pt x="679884" y="4019820"/>
                </a:cubicBezTo>
                <a:cubicBezTo>
                  <a:pt x="685961" y="4020440"/>
                  <a:pt x="690736" y="4021432"/>
                  <a:pt x="694209" y="4022796"/>
                </a:cubicBezTo>
                <a:cubicBezTo>
                  <a:pt x="697682" y="4024161"/>
                  <a:pt x="700162" y="4025835"/>
                  <a:pt x="701650" y="4027819"/>
                </a:cubicBezTo>
                <a:cubicBezTo>
                  <a:pt x="703139" y="4029804"/>
                  <a:pt x="703883" y="4032036"/>
                  <a:pt x="703883" y="4034517"/>
                </a:cubicBezTo>
                <a:lnTo>
                  <a:pt x="703883" y="4108559"/>
                </a:lnTo>
                <a:lnTo>
                  <a:pt x="776064" y="4108559"/>
                </a:lnTo>
                <a:cubicBezTo>
                  <a:pt x="778545" y="4108559"/>
                  <a:pt x="780715" y="4109179"/>
                  <a:pt x="782576" y="4110419"/>
                </a:cubicBezTo>
                <a:cubicBezTo>
                  <a:pt x="784436" y="4111659"/>
                  <a:pt x="785986" y="4113705"/>
                  <a:pt x="787227" y="4116558"/>
                </a:cubicBezTo>
                <a:cubicBezTo>
                  <a:pt x="788467" y="4119411"/>
                  <a:pt x="789397" y="4123317"/>
                  <a:pt x="790017" y="4128278"/>
                </a:cubicBezTo>
                <a:cubicBezTo>
                  <a:pt x="790637" y="4133239"/>
                  <a:pt x="790947" y="4139316"/>
                  <a:pt x="790947" y="4146510"/>
                </a:cubicBezTo>
                <a:cubicBezTo>
                  <a:pt x="790947" y="4160152"/>
                  <a:pt x="789707" y="4169888"/>
                  <a:pt x="787227" y="4175717"/>
                </a:cubicBezTo>
                <a:cubicBezTo>
                  <a:pt x="784746" y="4181546"/>
                  <a:pt x="781149" y="4184461"/>
                  <a:pt x="776437" y="4184461"/>
                </a:cubicBezTo>
                <a:lnTo>
                  <a:pt x="703883" y="4184461"/>
                </a:lnTo>
                <a:lnTo>
                  <a:pt x="703883" y="4340358"/>
                </a:lnTo>
                <a:cubicBezTo>
                  <a:pt x="703883" y="4358466"/>
                  <a:pt x="706735" y="4372046"/>
                  <a:pt x="712440" y="4381100"/>
                </a:cubicBezTo>
                <a:cubicBezTo>
                  <a:pt x="718145" y="4390154"/>
                  <a:pt x="728315" y="4394681"/>
                  <a:pt x="742950" y="4394681"/>
                </a:cubicBezTo>
                <a:cubicBezTo>
                  <a:pt x="747911" y="4394681"/>
                  <a:pt x="752376" y="4394247"/>
                  <a:pt x="756345" y="4393378"/>
                </a:cubicBezTo>
                <a:cubicBezTo>
                  <a:pt x="760313" y="4392510"/>
                  <a:pt x="763848" y="4391518"/>
                  <a:pt x="766949" y="4390402"/>
                </a:cubicBezTo>
                <a:cubicBezTo>
                  <a:pt x="770049" y="4389286"/>
                  <a:pt x="772654" y="4388293"/>
                  <a:pt x="774762" y="4387425"/>
                </a:cubicBezTo>
                <a:cubicBezTo>
                  <a:pt x="776871" y="4386557"/>
                  <a:pt x="778793" y="4386123"/>
                  <a:pt x="780529" y="4386123"/>
                </a:cubicBezTo>
                <a:cubicBezTo>
                  <a:pt x="782018" y="4386123"/>
                  <a:pt x="783444" y="4386557"/>
                  <a:pt x="784808" y="4387425"/>
                </a:cubicBezTo>
                <a:cubicBezTo>
                  <a:pt x="786172" y="4388293"/>
                  <a:pt x="787227" y="4390030"/>
                  <a:pt x="787971" y="4392634"/>
                </a:cubicBezTo>
                <a:cubicBezTo>
                  <a:pt x="788715" y="4395239"/>
                  <a:pt x="789397" y="4398773"/>
                  <a:pt x="790017" y="4403238"/>
                </a:cubicBezTo>
                <a:cubicBezTo>
                  <a:pt x="790637" y="4407703"/>
                  <a:pt x="790947" y="4413408"/>
                  <a:pt x="790947" y="4420354"/>
                </a:cubicBezTo>
                <a:cubicBezTo>
                  <a:pt x="790947" y="4431268"/>
                  <a:pt x="790265" y="4439639"/>
                  <a:pt x="788901" y="4445468"/>
                </a:cubicBezTo>
                <a:cubicBezTo>
                  <a:pt x="787537" y="4451297"/>
                  <a:pt x="785738" y="4455390"/>
                  <a:pt x="783506" y="4457747"/>
                </a:cubicBezTo>
                <a:cubicBezTo>
                  <a:pt x="781273" y="4460103"/>
                  <a:pt x="777987" y="4462211"/>
                  <a:pt x="773646" y="4464072"/>
                </a:cubicBezTo>
                <a:cubicBezTo>
                  <a:pt x="769305" y="4465932"/>
                  <a:pt x="764220" y="4467544"/>
                  <a:pt x="758391" y="4468909"/>
                </a:cubicBezTo>
                <a:cubicBezTo>
                  <a:pt x="752562" y="4470273"/>
                  <a:pt x="746237" y="4471327"/>
                  <a:pt x="739415" y="4472071"/>
                </a:cubicBezTo>
                <a:cubicBezTo>
                  <a:pt x="732594" y="4472815"/>
                  <a:pt x="725711" y="4473187"/>
                  <a:pt x="718766" y="4473187"/>
                </a:cubicBezTo>
                <a:cubicBezTo>
                  <a:pt x="700162" y="4473187"/>
                  <a:pt x="684039" y="4470831"/>
                  <a:pt x="670396" y="4466118"/>
                </a:cubicBezTo>
                <a:cubicBezTo>
                  <a:pt x="656754" y="4461405"/>
                  <a:pt x="645468" y="4454150"/>
                  <a:pt x="636538" y="4444352"/>
                </a:cubicBezTo>
                <a:cubicBezTo>
                  <a:pt x="627608" y="4434554"/>
                  <a:pt x="621035" y="4422214"/>
                  <a:pt x="616818" y="4407331"/>
                </a:cubicBezTo>
                <a:cubicBezTo>
                  <a:pt x="612602" y="4392448"/>
                  <a:pt x="610493" y="4374837"/>
                  <a:pt x="610493" y="4354497"/>
                </a:cubicBezTo>
                <a:lnTo>
                  <a:pt x="610493" y="4184461"/>
                </a:lnTo>
                <a:lnTo>
                  <a:pt x="570682" y="4184461"/>
                </a:lnTo>
                <a:cubicBezTo>
                  <a:pt x="565969" y="4184461"/>
                  <a:pt x="562372" y="4181546"/>
                  <a:pt x="559892" y="4175717"/>
                </a:cubicBezTo>
                <a:cubicBezTo>
                  <a:pt x="557411" y="4169888"/>
                  <a:pt x="556171" y="4160152"/>
                  <a:pt x="556171" y="4146510"/>
                </a:cubicBezTo>
                <a:cubicBezTo>
                  <a:pt x="556171" y="4139316"/>
                  <a:pt x="556481" y="4133239"/>
                  <a:pt x="557101" y="4128278"/>
                </a:cubicBezTo>
                <a:cubicBezTo>
                  <a:pt x="557721" y="4123317"/>
                  <a:pt x="558651" y="4119411"/>
                  <a:pt x="559892" y="4116558"/>
                </a:cubicBezTo>
                <a:cubicBezTo>
                  <a:pt x="561132" y="4113705"/>
                  <a:pt x="562682" y="4111659"/>
                  <a:pt x="564542" y="4110419"/>
                </a:cubicBezTo>
                <a:cubicBezTo>
                  <a:pt x="566403" y="4109179"/>
                  <a:pt x="568573" y="4108559"/>
                  <a:pt x="571054" y="4108559"/>
                </a:cubicBezTo>
                <a:lnTo>
                  <a:pt x="610493" y="4108559"/>
                </a:lnTo>
                <a:lnTo>
                  <a:pt x="610493" y="4034517"/>
                </a:lnTo>
                <a:cubicBezTo>
                  <a:pt x="610493" y="4032036"/>
                  <a:pt x="611175" y="4029804"/>
                  <a:pt x="612540" y="4027819"/>
                </a:cubicBezTo>
                <a:cubicBezTo>
                  <a:pt x="613904" y="4025835"/>
                  <a:pt x="616384" y="4024161"/>
                  <a:pt x="619981" y="4022796"/>
                </a:cubicBezTo>
                <a:cubicBezTo>
                  <a:pt x="623578" y="4021432"/>
                  <a:pt x="628415" y="4020440"/>
                  <a:pt x="634492" y="4019820"/>
                </a:cubicBezTo>
                <a:cubicBezTo>
                  <a:pt x="640569" y="4019200"/>
                  <a:pt x="648072" y="4018890"/>
                  <a:pt x="657002" y="4018890"/>
                </a:cubicBezTo>
                <a:close/>
                <a:moveTo>
                  <a:pt x="3216548" y="3985109"/>
                </a:moveTo>
                <a:lnTo>
                  <a:pt x="3304464" y="4148163"/>
                </a:lnTo>
                <a:lnTo>
                  <a:pt x="3309566" y="4156706"/>
                </a:lnTo>
                <a:lnTo>
                  <a:pt x="3309566" y="4453096"/>
                </a:lnTo>
                <a:cubicBezTo>
                  <a:pt x="3309566" y="4455824"/>
                  <a:pt x="3308945" y="4458119"/>
                  <a:pt x="3307705" y="4459979"/>
                </a:cubicBezTo>
                <a:cubicBezTo>
                  <a:pt x="3306465" y="4461839"/>
                  <a:pt x="3304357" y="4463390"/>
                  <a:pt x="3301380" y="4464630"/>
                </a:cubicBezTo>
                <a:cubicBezTo>
                  <a:pt x="3298403" y="4465870"/>
                  <a:pt x="3294373" y="4466738"/>
                  <a:pt x="3289288" y="4467234"/>
                </a:cubicBezTo>
                <a:cubicBezTo>
                  <a:pt x="3284203" y="4467730"/>
                  <a:pt x="3277940" y="4467979"/>
                  <a:pt x="3270498" y="4467979"/>
                </a:cubicBezTo>
                <a:cubicBezTo>
                  <a:pt x="3262561" y="4467979"/>
                  <a:pt x="3256111" y="4467730"/>
                  <a:pt x="3251150" y="4467234"/>
                </a:cubicBezTo>
                <a:cubicBezTo>
                  <a:pt x="3246190" y="4466738"/>
                  <a:pt x="3242159" y="4465870"/>
                  <a:pt x="3239058" y="4464630"/>
                </a:cubicBezTo>
                <a:cubicBezTo>
                  <a:pt x="3235958" y="4463390"/>
                  <a:pt x="3233725" y="4461839"/>
                  <a:pt x="3232361" y="4459979"/>
                </a:cubicBezTo>
                <a:cubicBezTo>
                  <a:pt x="3230996" y="4458119"/>
                  <a:pt x="3230315" y="4455824"/>
                  <a:pt x="3230315" y="4453096"/>
                </a:cubicBezTo>
                <a:lnTo>
                  <a:pt x="3230315" y="4416261"/>
                </a:lnTo>
                <a:cubicBezTo>
                  <a:pt x="3213199" y="4434616"/>
                  <a:pt x="3195278" y="4448879"/>
                  <a:pt x="3176550" y="4459049"/>
                </a:cubicBezTo>
                <a:cubicBezTo>
                  <a:pt x="3157823" y="4469219"/>
                  <a:pt x="3137049" y="4474304"/>
                  <a:pt x="3114229" y="4474304"/>
                </a:cubicBezTo>
                <a:cubicBezTo>
                  <a:pt x="3088928" y="4474304"/>
                  <a:pt x="3067534" y="4469405"/>
                  <a:pt x="3050046" y="4459607"/>
                </a:cubicBezTo>
                <a:cubicBezTo>
                  <a:pt x="3032559" y="4449809"/>
                  <a:pt x="3018297" y="4436601"/>
                  <a:pt x="3007258" y="4419981"/>
                </a:cubicBezTo>
                <a:cubicBezTo>
                  <a:pt x="2996220" y="4403362"/>
                  <a:pt x="2988221" y="4383953"/>
                  <a:pt x="2983260" y="4361752"/>
                </a:cubicBezTo>
                <a:cubicBezTo>
                  <a:pt x="2978299" y="4339552"/>
                  <a:pt x="2975818" y="4316174"/>
                  <a:pt x="2975818" y="4291617"/>
                </a:cubicBezTo>
                <a:cubicBezTo>
                  <a:pt x="2975818" y="4262100"/>
                  <a:pt x="2978981" y="4235559"/>
                  <a:pt x="2985306" y="4211994"/>
                </a:cubicBezTo>
                <a:cubicBezTo>
                  <a:pt x="2991631" y="4188430"/>
                  <a:pt x="3000871" y="4168338"/>
                  <a:pt x="3013025" y="4151719"/>
                </a:cubicBezTo>
                <a:cubicBezTo>
                  <a:pt x="3025180" y="4135099"/>
                  <a:pt x="3040310" y="4122325"/>
                  <a:pt x="3058418" y="4113395"/>
                </a:cubicBezTo>
                <a:cubicBezTo>
                  <a:pt x="3076526" y="4104466"/>
                  <a:pt x="3097362" y="4100001"/>
                  <a:pt x="3120926" y="4100001"/>
                </a:cubicBezTo>
                <a:cubicBezTo>
                  <a:pt x="3139529" y="4100001"/>
                  <a:pt x="3156396" y="4103784"/>
                  <a:pt x="3171527" y="4111349"/>
                </a:cubicBezTo>
                <a:cubicBezTo>
                  <a:pt x="3186658" y="4118914"/>
                  <a:pt x="3201665" y="4130015"/>
                  <a:pt x="3216548" y="4144649"/>
                </a:cubicBezTo>
                <a:close/>
                <a:moveTo>
                  <a:pt x="49113" y="3982055"/>
                </a:moveTo>
                <a:cubicBezTo>
                  <a:pt x="58787" y="3982055"/>
                  <a:pt x="66725" y="3982427"/>
                  <a:pt x="72926" y="3983171"/>
                </a:cubicBezTo>
                <a:cubicBezTo>
                  <a:pt x="79127" y="3983915"/>
                  <a:pt x="84088" y="3984907"/>
                  <a:pt x="87809" y="3986147"/>
                </a:cubicBezTo>
                <a:cubicBezTo>
                  <a:pt x="91530" y="3987388"/>
                  <a:pt x="94196" y="3989000"/>
                  <a:pt x="95808" y="3990984"/>
                </a:cubicBezTo>
                <a:cubicBezTo>
                  <a:pt x="97421" y="3992969"/>
                  <a:pt x="98227" y="3995201"/>
                  <a:pt x="98227" y="3997682"/>
                </a:cubicBezTo>
                <a:lnTo>
                  <a:pt x="98227" y="4452352"/>
                </a:lnTo>
                <a:cubicBezTo>
                  <a:pt x="98227" y="4454832"/>
                  <a:pt x="97421" y="4457064"/>
                  <a:pt x="95808" y="4459049"/>
                </a:cubicBezTo>
                <a:cubicBezTo>
                  <a:pt x="94196" y="4461033"/>
                  <a:pt x="91530" y="4462645"/>
                  <a:pt x="87809" y="4463886"/>
                </a:cubicBezTo>
                <a:cubicBezTo>
                  <a:pt x="84088" y="4465126"/>
                  <a:pt x="79127" y="4466118"/>
                  <a:pt x="72926" y="4466862"/>
                </a:cubicBezTo>
                <a:cubicBezTo>
                  <a:pt x="66725" y="4467606"/>
                  <a:pt x="58787" y="4467979"/>
                  <a:pt x="49113" y="4467979"/>
                </a:cubicBezTo>
                <a:cubicBezTo>
                  <a:pt x="39688" y="4467979"/>
                  <a:pt x="31812" y="4467606"/>
                  <a:pt x="25487" y="4466862"/>
                </a:cubicBezTo>
                <a:cubicBezTo>
                  <a:pt x="19162" y="4466118"/>
                  <a:pt x="14139" y="4465126"/>
                  <a:pt x="10418" y="4463886"/>
                </a:cubicBezTo>
                <a:cubicBezTo>
                  <a:pt x="6698" y="4462645"/>
                  <a:pt x="4031" y="4461033"/>
                  <a:pt x="2419" y="4459049"/>
                </a:cubicBezTo>
                <a:cubicBezTo>
                  <a:pt x="806" y="4457064"/>
                  <a:pt x="0" y="4454832"/>
                  <a:pt x="0" y="4452352"/>
                </a:cubicBezTo>
                <a:lnTo>
                  <a:pt x="0" y="3997682"/>
                </a:lnTo>
                <a:cubicBezTo>
                  <a:pt x="0" y="3995201"/>
                  <a:pt x="806" y="3992969"/>
                  <a:pt x="2419" y="3990984"/>
                </a:cubicBezTo>
                <a:cubicBezTo>
                  <a:pt x="4031" y="3989000"/>
                  <a:pt x="6760" y="3987388"/>
                  <a:pt x="10604" y="3986147"/>
                </a:cubicBezTo>
                <a:cubicBezTo>
                  <a:pt x="14449" y="3984907"/>
                  <a:pt x="19472" y="3983915"/>
                  <a:pt x="25673" y="3983171"/>
                </a:cubicBezTo>
                <a:cubicBezTo>
                  <a:pt x="31874" y="3982427"/>
                  <a:pt x="39688" y="3982055"/>
                  <a:pt x="49113" y="3982055"/>
                </a:cubicBezTo>
                <a:close/>
                <a:moveTo>
                  <a:pt x="4337447" y="3960474"/>
                </a:moveTo>
                <a:cubicBezTo>
                  <a:pt x="4316363" y="3960474"/>
                  <a:pt x="4302038" y="3964133"/>
                  <a:pt x="4294472" y="3971451"/>
                </a:cubicBezTo>
                <a:cubicBezTo>
                  <a:pt x="4286907" y="3978768"/>
                  <a:pt x="4283124" y="3991852"/>
                  <a:pt x="4283124" y="4010704"/>
                </a:cubicBezTo>
                <a:cubicBezTo>
                  <a:pt x="4283124" y="4028811"/>
                  <a:pt x="4286784" y="4041338"/>
                  <a:pt x="4294100" y="4048283"/>
                </a:cubicBezTo>
                <a:cubicBezTo>
                  <a:pt x="4301418" y="4055228"/>
                  <a:pt x="4315619" y="4058701"/>
                  <a:pt x="4336702" y="4058701"/>
                </a:cubicBezTo>
                <a:cubicBezTo>
                  <a:pt x="4357538" y="4058701"/>
                  <a:pt x="4371802" y="4055104"/>
                  <a:pt x="4379491" y="4047911"/>
                </a:cubicBezTo>
                <a:cubicBezTo>
                  <a:pt x="4387180" y="4040718"/>
                  <a:pt x="4391025" y="4027695"/>
                  <a:pt x="4391025" y="4008844"/>
                </a:cubicBezTo>
                <a:cubicBezTo>
                  <a:pt x="4391025" y="3990736"/>
                  <a:pt x="4387304" y="3978148"/>
                  <a:pt x="4379863" y="3971079"/>
                </a:cubicBezTo>
                <a:cubicBezTo>
                  <a:pt x="4372422" y="3964009"/>
                  <a:pt x="4358283" y="3960474"/>
                  <a:pt x="4337447" y="3960474"/>
                </a:cubicBezTo>
                <a:close/>
                <a:moveTo>
                  <a:pt x="6280174" y="3947824"/>
                </a:moveTo>
                <a:cubicBezTo>
                  <a:pt x="6270997" y="3947824"/>
                  <a:pt x="6263432" y="3948196"/>
                  <a:pt x="6257478" y="3948940"/>
                </a:cubicBezTo>
                <a:cubicBezTo>
                  <a:pt x="6251525" y="3949685"/>
                  <a:pt x="6246750" y="3950739"/>
                  <a:pt x="6243154" y="3952103"/>
                </a:cubicBezTo>
                <a:cubicBezTo>
                  <a:pt x="6239557" y="3953467"/>
                  <a:pt x="6237014" y="3955141"/>
                  <a:pt x="6235526" y="3957126"/>
                </a:cubicBezTo>
                <a:cubicBezTo>
                  <a:pt x="6234038" y="3959110"/>
                  <a:pt x="6233294" y="3961343"/>
                  <a:pt x="6233294" y="3963823"/>
                </a:cubicBezTo>
                <a:lnTo>
                  <a:pt x="6233294" y="4453096"/>
                </a:lnTo>
                <a:cubicBezTo>
                  <a:pt x="6233294" y="4455824"/>
                  <a:pt x="6233914" y="4458119"/>
                  <a:pt x="6235154" y="4459979"/>
                </a:cubicBezTo>
                <a:cubicBezTo>
                  <a:pt x="6236394" y="4461839"/>
                  <a:pt x="6238564" y="4463390"/>
                  <a:pt x="6241665" y="4464630"/>
                </a:cubicBezTo>
                <a:cubicBezTo>
                  <a:pt x="6244766" y="4465870"/>
                  <a:pt x="6248859" y="4466738"/>
                  <a:pt x="6253944" y="4467234"/>
                </a:cubicBezTo>
                <a:cubicBezTo>
                  <a:pt x="6259028" y="4467730"/>
                  <a:pt x="6265416" y="4467979"/>
                  <a:pt x="6273105" y="4467979"/>
                </a:cubicBezTo>
                <a:cubicBezTo>
                  <a:pt x="6280546" y="4467979"/>
                  <a:pt x="6286872" y="4467730"/>
                  <a:pt x="6292080" y="4467234"/>
                </a:cubicBezTo>
                <a:cubicBezTo>
                  <a:pt x="6297290" y="4466738"/>
                  <a:pt x="6301444" y="4465870"/>
                  <a:pt x="6304545" y="4464630"/>
                </a:cubicBezTo>
                <a:cubicBezTo>
                  <a:pt x="6307646" y="4463390"/>
                  <a:pt x="6309878" y="4461839"/>
                  <a:pt x="6311242" y="4459979"/>
                </a:cubicBezTo>
                <a:cubicBezTo>
                  <a:pt x="6312606" y="4458119"/>
                  <a:pt x="6313288" y="4455824"/>
                  <a:pt x="6313288" y="4453096"/>
                </a:cubicBezTo>
                <a:lnTo>
                  <a:pt x="6313288" y="4417005"/>
                </a:lnTo>
                <a:cubicBezTo>
                  <a:pt x="6322218" y="4427175"/>
                  <a:pt x="6330962" y="4435856"/>
                  <a:pt x="6339520" y="4443050"/>
                </a:cubicBezTo>
                <a:cubicBezTo>
                  <a:pt x="6348078" y="4450243"/>
                  <a:pt x="6356760" y="4456196"/>
                  <a:pt x="6365564" y="4460909"/>
                </a:cubicBezTo>
                <a:cubicBezTo>
                  <a:pt x="6374370" y="4465622"/>
                  <a:pt x="6383610" y="4469033"/>
                  <a:pt x="6393284" y="4471141"/>
                </a:cubicBezTo>
                <a:cubicBezTo>
                  <a:pt x="6402958" y="4473249"/>
                  <a:pt x="6413376" y="4474304"/>
                  <a:pt x="6424538" y="4474304"/>
                </a:cubicBezTo>
                <a:cubicBezTo>
                  <a:pt x="6447110" y="4474304"/>
                  <a:pt x="6467264" y="4469839"/>
                  <a:pt x="6484999" y="4460909"/>
                </a:cubicBezTo>
                <a:cubicBezTo>
                  <a:pt x="6502734" y="4451979"/>
                  <a:pt x="6517680" y="4439205"/>
                  <a:pt x="6529834" y="4422586"/>
                </a:cubicBezTo>
                <a:cubicBezTo>
                  <a:pt x="6541988" y="4405967"/>
                  <a:pt x="6551290" y="4385875"/>
                  <a:pt x="6557739" y="4362311"/>
                </a:cubicBezTo>
                <a:cubicBezTo>
                  <a:pt x="6564188" y="4338746"/>
                  <a:pt x="6567413" y="4312205"/>
                  <a:pt x="6567413" y="4282688"/>
                </a:cubicBezTo>
                <a:cubicBezTo>
                  <a:pt x="6567413" y="4258131"/>
                  <a:pt x="6564932" y="4234752"/>
                  <a:pt x="6559972" y="4212552"/>
                </a:cubicBezTo>
                <a:cubicBezTo>
                  <a:pt x="6555010" y="4190352"/>
                  <a:pt x="6547135" y="4170942"/>
                  <a:pt x="6536345" y="4154323"/>
                </a:cubicBezTo>
                <a:cubicBezTo>
                  <a:pt x="6525555" y="4137704"/>
                  <a:pt x="6511602" y="4124496"/>
                  <a:pt x="6494487" y="4114698"/>
                </a:cubicBezTo>
                <a:cubicBezTo>
                  <a:pt x="6477372" y="4104900"/>
                  <a:pt x="6456536" y="4100001"/>
                  <a:pt x="6431979" y="4100001"/>
                </a:cubicBezTo>
                <a:cubicBezTo>
                  <a:pt x="6422058" y="4100001"/>
                  <a:pt x="6412632" y="4100869"/>
                  <a:pt x="6403702" y="4102605"/>
                </a:cubicBezTo>
                <a:cubicBezTo>
                  <a:pt x="6394772" y="4104342"/>
                  <a:pt x="6386090" y="4107132"/>
                  <a:pt x="6377657" y="4110977"/>
                </a:cubicBezTo>
                <a:cubicBezTo>
                  <a:pt x="6369224" y="4114822"/>
                  <a:pt x="6360790" y="4119721"/>
                  <a:pt x="6352356" y="4125674"/>
                </a:cubicBezTo>
                <a:cubicBezTo>
                  <a:pt x="6343923" y="4131627"/>
                  <a:pt x="6335488" y="4138820"/>
                  <a:pt x="6327056" y="4147254"/>
                </a:cubicBezTo>
                <a:lnTo>
                  <a:pt x="6327056" y="3963823"/>
                </a:lnTo>
                <a:cubicBezTo>
                  <a:pt x="6327056" y="3961343"/>
                  <a:pt x="6326311" y="3959110"/>
                  <a:pt x="6324823" y="3957126"/>
                </a:cubicBezTo>
                <a:cubicBezTo>
                  <a:pt x="6323334" y="3955141"/>
                  <a:pt x="6320792" y="3953467"/>
                  <a:pt x="6317196" y="3952103"/>
                </a:cubicBezTo>
                <a:cubicBezTo>
                  <a:pt x="6313599" y="3950739"/>
                  <a:pt x="6308824" y="3949685"/>
                  <a:pt x="6302871" y="3948940"/>
                </a:cubicBezTo>
                <a:cubicBezTo>
                  <a:pt x="6296918" y="3948196"/>
                  <a:pt x="6289352" y="3947824"/>
                  <a:pt x="6280174" y="3947824"/>
                </a:cubicBezTo>
                <a:close/>
                <a:moveTo>
                  <a:pt x="1634059" y="3944848"/>
                </a:moveTo>
                <a:cubicBezTo>
                  <a:pt x="1643733" y="3944848"/>
                  <a:pt x="1652910" y="3945654"/>
                  <a:pt x="1661592" y="3947266"/>
                </a:cubicBezTo>
                <a:cubicBezTo>
                  <a:pt x="1670273" y="3948878"/>
                  <a:pt x="1677095" y="3950615"/>
                  <a:pt x="1682056" y="3952475"/>
                </a:cubicBezTo>
                <a:cubicBezTo>
                  <a:pt x="1687017" y="3954335"/>
                  <a:pt x="1690365" y="3956072"/>
                  <a:pt x="1692102" y="3957684"/>
                </a:cubicBezTo>
                <a:cubicBezTo>
                  <a:pt x="1693838" y="3959296"/>
                  <a:pt x="1695264" y="3961653"/>
                  <a:pt x="1696380" y="3964753"/>
                </a:cubicBezTo>
                <a:cubicBezTo>
                  <a:pt x="1697497" y="3967854"/>
                  <a:pt x="1698303" y="3971823"/>
                  <a:pt x="1698799" y="3976660"/>
                </a:cubicBezTo>
                <a:cubicBezTo>
                  <a:pt x="1699295" y="3981497"/>
                  <a:pt x="1699543" y="3987512"/>
                  <a:pt x="1699543" y="3994705"/>
                </a:cubicBezTo>
                <a:cubicBezTo>
                  <a:pt x="1699543" y="4001898"/>
                  <a:pt x="1699295" y="4007666"/>
                  <a:pt x="1698799" y="4012006"/>
                </a:cubicBezTo>
                <a:cubicBezTo>
                  <a:pt x="1698303" y="4016347"/>
                  <a:pt x="1697559" y="4019696"/>
                  <a:pt x="1696567" y="4022052"/>
                </a:cubicBezTo>
                <a:cubicBezTo>
                  <a:pt x="1695574" y="4024409"/>
                  <a:pt x="1694458" y="4026021"/>
                  <a:pt x="1693218" y="4026889"/>
                </a:cubicBezTo>
                <a:cubicBezTo>
                  <a:pt x="1691978" y="4027757"/>
                  <a:pt x="1690613" y="4028191"/>
                  <a:pt x="1689125" y="4028191"/>
                </a:cubicBezTo>
                <a:cubicBezTo>
                  <a:pt x="1687389" y="4028191"/>
                  <a:pt x="1685466" y="4027757"/>
                  <a:pt x="1683358" y="4026889"/>
                </a:cubicBezTo>
                <a:cubicBezTo>
                  <a:pt x="1681250" y="4026021"/>
                  <a:pt x="1678645" y="4025091"/>
                  <a:pt x="1675545" y="4024099"/>
                </a:cubicBezTo>
                <a:cubicBezTo>
                  <a:pt x="1672444" y="4023106"/>
                  <a:pt x="1668785" y="4022176"/>
                  <a:pt x="1664568" y="4021308"/>
                </a:cubicBezTo>
                <a:cubicBezTo>
                  <a:pt x="1660352" y="4020440"/>
                  <a:pt x="1655391" y="4020006"/>
                  <a:pt x="1649686" y="4020006"/>
                </a:cubicBezTo>
                <a:cubicBezTo>
                  <a:pt x="1642988" y="4020006"/>
                  <a:pt x="1637221" y="4021060"/>
                  <a:pt x="1632384" y="4023168"/>
                </a:cubicBezTo>
                <a:cubicBezTo>
                  <a:pt x="1627547" y="4025277"/>
                  <a:pt x="1623517" y="4028625"/>
                  <a:pt x="1620292" y="4033214"/>
                </a:cubicBezTo>
                <a:cubicBezTo>
                  <a:pt x="1617067" y="4037803"/>
                  <a:pt x="1614711" y="4043756"/>
                  <a:pt x="1613223" y="4051074"/>
                </a:cubicBezTo>
                <a:cubicBezTo>
                  <a:pt x="1611734" y="4058391"/>
                  <a:pt x="1610990" y="4067383"/>
                  <a:pt x="1610990" y="4078049"/>
                </a:cubicBezTo>
                <a:lnTo>
                  <a:pt x="1610990" y="4108559"/>
                </a:lnTo>
                <a:lnTo>
                  <a:pt x="1671638" y="4108559"/>
                </a:lnTo>
                <a:cubicBezTo>
                  <a:pt x="1673870" y="4108559"/>
                  <a:pt x="1675917" y="4109179"/>
                  <a:pt x="1677777" y="4110419"/>
                </a:cubicBezTo>
                <a:cubicBezTo>
                  <a:pt x="1679637" y="4111659"/>
                  <a:pt x="1681188" y="4113705"/>
                  <a:pt x="1682428" y="4116558"/>
                </a:cubicBezTo>
                <a:cubicBezTo>
                  <a:pt x="1683668" y="4119411"/>
                  <a:pt x="1684598" y="4123317"/>
                  <a:pt x="1685218" y="4128278"/>
                </a:cubicBezTo>
                <a:cubicBezTo>
                  <a:pt x="1685839" y="4133239"/>
                  <a:pt x="1686149" y="4139316"/>
                  <a:pt x="1686149" y="4146510"/>
                </a:cubicBezTo>
                <a:cubicBezTo>
                  <a:pt x="1686149" y="4160152"/>
                  <a:pt x="1684908" y="4169888"/>
                  <a:pt x="1682428" y="4175717"/>
                </a:cubicBezTo>
                <a:cubicBezTo>
                  <a:pt x="1679947" y="4181546"/>
                  <a:pt x="1676351" y="4184461"/>
                  <a:pt x="1671638" y="4184461"/>
                </a:cubicBezTo>
                <a:lnTo>
                  <a:pt x="1610990" y="4184461"/>
                </a:lnTo>
                <a:lnTo>
                  <a:pt x="1610990" y="4453096"/>
                </a:lnTo>
                <a:cubicBezTo>
                  <a:pt x="1610990" y="4455576"/>
                  <a:pt x="1610246" y="4457747"/>
                  <a:pt x="1608758" y="4459607"/>
                </a:cubicBezTo>
                <a:cubicBezTo>
                  <a:pt x="1607269" y="4461467"/>
                  <a:pt x="1604789" y="4463018"/>
                  <a:pt x="1601317" y="4464258"/>
                </a:cubicBezTo>
                <a:cubicBezTo>
                  <a:pt x="1597844" y="4465498"/>
                  <a:pt x="1593007" y="4466428"/>
                  <a:pt x="1586806" y="4467048"/>
                </a:cubicBezTo>
                <a:cubicBezTo>
                  <a:pt x="1580605" y="4467668"/>
                  <a:pt x="1573039" y="4467979"/>
                  <a:pt x="1564109" y="4467979"/>
                </a:cubicBezTo>
                <a:cubicBezTo>
                  <a:pt x="1555180" y="4467979"/>
                  <a:pt x="1547676" y="4467668"/>
                  <a:pt x="1541599" y="4467048"/>
                </a:cubicBezTo>
                <a:cubicBezTo>
                  <a:pt x="1535522" y="4466428"/>
                  <a:pt x="1530685" y="4465498"/>
                  <a:pt x="1527088" y="4464258"/>
                </a:cubicBezTo>
                <a:cubicBezTo>
                  <a:pt x="1523492" y="4463018"/>
                  <a:pt x="1521011" y="4461467"/>
                  <a:pt x="1519647" y="4459607"/>
                </a:cubicBezTo>
                <a:cubicBezTo>
                  <a:pt x="1518283" y="4457747"/>
                  <a:pt x="1517601" y="4455576"/>
                  <a:pt x="1517601" y="4453096"/>
                </a:cubicBezTo>
                <a:lnTo>
                  <a:pt x="1517601" y="4184461"/>
                </a:lnTo>
                <a:lnTo>
                  <a:pt x="1475929" y="4184461"/>
                </a:lnTo>
                <a:cubicBezTo>
                  <a:pt x="1471216" y="4184461"/>
                  <a:pt x="1467681" y="4181546"/>
                  <a:pt x="1465325" y="4175717"/>
                </a:cubicBezTo>
                <a:cubicBezTo>
                  <a:pt x="1462968" y="4169888"/>
                  <a:pt x="1461790" y="4160152"/>
                  <a:pt x="1461790" y="4146510"/>
                </a:cubicBezTo>
                <a:cubicBezTo>
                  <a:pt x="1461790" y="4139316"/>
                  <a:pt x="1462100" y="4133239"/>
                  <a:pt x="1462720" y="4128278"/>
                </a:cubicBezTo>
                <a:cubicBezTo>
                  <a:pt x="1463340" y="4123317"/>
                  <a:pt x="1464209" y="4119411"/>
                  <a:pt x="1465325" y="4116558"/>
                </a:cubicBezTo>
                <a:cubicBezTo>
                  <a:pt x="1466441" y="4113705"/>
                  <a:pt x="1467929" y="4111659"/>
                  <a:pt x="1469790" y="4110419"/>
                </a:cubicBezTo>
                <a:cubicBezTo>
                  <a:pt x="1471650" y="4109179"/>
                  <a:pt x="1473820" y="4108559"/>
                  <a:pt x="1476301" y="4108559"/>
                </a:cubicBezTo>
                <a:lnTo>
                  <a:pt x="1517601" y="4108559"/>
                </a:lnTo>
                <a:lnTo>
                  <a:pt x="1517601" y="4080653"/>
                </a:lnTo>
                <a:cubicBezTo>
                  <a:pt x="1517601" y="4058081"/>
                  <a:pt x="1519833" y="4038299"/>
                  <a:pt x="1524298" y="4021308"/>
                </a:cubicBezTo>
                <a:cubicBezTo>
                  <a:pt x="1528763" y="4004317"/>
                  <a:pt x="1535770" y="3990178"/>
                  <a:pt x="1545320" y="3978892"/>
                </a:cubicBezTo>
                <a:cubicBezTo>
                  <a:pt x="1554870" y="3967606"/>
                  <a:pt x="1567024" y="3959110"/>
                  <a:pt x="1581783" y="3953405"/>
                </a:cubicBezTo>
                <a:cubicBezTo>
                  <a:pt x="1596542" y="3947700"/>
                  <a:pt x="1613967" y="3944848"/>
                  <a:pt x="1634059" y="3944848"/>
                </a:cubicBezTo>
                <a:close/>
                <a:moveTo>
                  <a:pt x="5806061" y="2860"/>
                </a:moveTo>
                <a:cubicBezTo>
                  <a:pt x="5981027" y="10928"/>
                  <a:pt x="6153222" y="36378"/>
                  <a:pt x="6319909" y="83209"/>
                </a:cubicBezTo>
                <a:cubicBezTo>
                  <a:pt x="7653409" y="457859"/>
                  <a:pt x="10437884" y="2172359"/>
                  <a:pt x="10663309" y="3264559"/>
                </a:cubicBezTo>
                <a:cubicBezTo>
                  <a:pt x="10888734" y="4356759"/>
                  <a:pt x="8342384" y="6103009"/>
                  <a:pt x="7672459" y="6636409"/>
                </a:cubicBezTo>
                <a:cubicBezTo>
                  <a:pt x="7002534" y="7169809"/>
                  <a:pt x="6897759" y="6779284"/>
                  <a:pt x="6643759" y="6464959"/>
                </a:cubicBezTo>
                <a:cubicBezTo>
                  <a:pt x="6389759" y="6150634"/>
                  <a:pt x="6612009" y="5017159"/>
                  <a:pt x="6148459" y="4750459"/>
                </a:cubicBezTo>
                <a:cubicBezTo>
                  <a:pt x="5684909" y="4483759"/>
                  <a:pt x="4506984" y="5391809"/>
                  <a:pt x="3862459" y="4864759"/>
                </a:cubicBezTo>
                <a:cubicBezTo>
                  <a:pt x="3741611" y="4765937"/>
                  <a:pt x="3626957" y="4637312"/>
                  <a:pt x="3517337" y="4484473"/>
                </a:cubicBezTo>
                <a:lnTo>
                  <a:pt x="3508452" y="4471250"/>
                </a:lnTo>
                <a:lnTo>
                  <a:pt x="3524176" y="4474304"/>
                </a:lnTo>
                <a:cubicBezTo>
                  <a:pt x="3544516" y="4474304"/>
                  <a:pt x="3564173" y="4469343"/>
                  <a:pt x="3583149" y="4459421"/>
                </a:cubicBezTo>
                <a:cubicBezTo>
                  <a:pt x="3602124" y="4449499"/>
                  <a:pt x="3620790" y="4434616"/>
                  <a:pt x="3639145" y="4414772"/>
                </a:cubicBezTo>
                <a:lnTo>
                  <a:pt x="3639145" y="4453096"/>
                </a:lnTo>
                <a:cubicBezTo>
                  <a:pt x="3639145" y="4455576"/>
                  <a:pt x="3639766" y="4457747"/>
                  <a:pt x="3641006" y="4459607"/>
                </a:cubicBezTo>
                <a:cubicBezTo>
                  <a:pt x="3642246" y="4461467"/>
                  <a:pt x="3644354" y="4463018"/>
                  <a:pt x="3647331" y="4464258"/>
                </a:cubicBezTo>
                <a:cubicBezTo>
                  <a:pt x="3650308" y="4465498"/>
                  <a:pt x="3654338" y="4466428"/>
                  <a:pt x="3659423" y="4467048"/>
                </a:cubicBezTo>
                <a:cubicBezTo>
                  <a:pt x="3664508" y="4467668"/>
                  <a:pt x="3671143" y="4467979"/>
                  <a:pt x="3679329" y="4467979"/>
                </a:cubicBezTo>
                <a:cubicBezTo>
                  <a:pt x="3687018" y="4467979"/>
                  <a:pt x="3693405" y="4467668"/>
                  <a:pt x="3698490" y="4467048"/>
                </a:cubicBezTo>
                <a:cubicBezTo>
                  <a:pt x="3703576" y="4466428"/>
                  <a:pt x="3707668" y="4465498"/>
                  <a:pt x="3710769" y="4464258"/>
                </a:cubicBezTo>
                <a:cubicBezTo>
                  <a:pt x="3713870" y="4463018"/>
                  <a:pt x="3716040" y="4461467"/>
                  <a:pt x="3717280" y="4459607"/>
                </a:cubicBezTo>
                <a:cubicBezTo>
                  <a:pt x="3718520" y="4457747"/>
                  <a:pt x="3719140" y="4455576"/>
                  <a:pt x="3719140" y="4453096"/>
                </a:cubicBezTo>
                <a:lnTo>
                  <a:pt x="3719140" y="4121209"/>
                </a:lnTo>
                <a:cubicBezTo>
                  <a:pt x="3719140" y="4118728"/>
                  <a:pt x="3718396" y="4116558"/>
                  <a:pt x="3716908" y="4114698"/>
                </a:cubicBezTo>
                <a:cubicBezTo>
                  <a:pt x="3715420" y="4112837"/>
                  <a:pt x="3712939" y="4111287"/>
                  <a:pt x="3709466" y="4110047"/>
                </a:cubicBezTo>
                <a:cubicBezTo>
                  <a:pt x="3705994" y="4108807"/>
                  <a:pt x="3701281" y="4107876"/>
                  <a:pt x="3695328" y="4107256"/>
                </a:cubicBezTo>
                <a:cubicBezTo>
                  <a:pt x="3689375" y="4106636"/>
                  <a:pt x="3681810" y="4106326"/>
                  <a:pt x="3672632" y="4106326"/>
                </a:cubicBezTo>
                <a:cubicBezTo>
                  <a:pt x="3663454" y="4106326"/>
                  <a:pt x="3655888" y="4106636"/>
                  <a:pt x="3649935" y="4107256"/>
                </a:cubicBezTo>
                <a:cubicBezTo>
                  <a:pt x="3643982" y="4107876"/>
                  <a:pt x="3639208" y="4108807"/>
                  <a:pt x="3635610" y="4110047"/>
                </a:cubicBezTo>
                <a:cubicBezTo>
                  <a:pt x="3632014" y="4111287"/>
                  <a:pt x="3629534" y="4112837"/>
                  <a:pt x="3628169" y="4114698"/>
                </a:cubicBezTo>
                <a:cubicBezTo>
                  <a:pt x="3626805" y="4116558"/>
                  <a:pt x="3626123" y="4118728"/>
                  <a:pt x="3626123" y="4121209"/>
                </a:cubicBezTo>
                <a:lnTo>
                  <a:pt x="3626123" y="4341847"/>
                </a:lnTo>
                <a:cubicBezTo>
                  <a:pt x="3612480" y="4358466"/>
                  <a:pt x="3599644" y="4371116"/>
                  <a:pt x="3587614" y="4379798"/>
                </a:cubicBezTo>
                <a:cubicBezTo>
                  <a:pt x="3575584" y="4388479"/>
                  <a:pt x="3563615" y="4392820"/>
                  <a:pt x="3551709" y="4392820"/>
                </a:cubicBezTo>
                <a:cubicBezTo>
                  <a:pt x="3542283" y="4392820"/>
                  <a:pt x="3534036" y="4391022"/>
                  <a:pt x="3526966" y="4387425"/>
                </a:cubicBezTo>
                <a:cubicBezTo>
                  <a:pt x="3519897" y="4383829"/>
                  <a:pt x="3514068" y="4378744"/>
                  <a:pt x="3509479" y="4372170"/>
                </a:cubicBezTo>
                <a:cubicBezTo>
                  <a:pt x="3504890" y="4365597"/>
                  <a:pt x="3501479" y="4357722"/>
                  <a:pt x="3499247" y="4348544"/>
                </a:cubicBezTo>
                <a:cubicBezTo>
                  <a:pt x="3497014" y="4339366"/>
                  <a:pt x="3495898" y="4326096"/>
                  <a:pt x="3495898" y="4308732"/>
                </a:cubicBezTo>
                <a:lnTo>
                  <a:pt x="3495898" y="4121209"/>
                </a:lnTo>
                <a:cubicBezTo>
                  <a:pt x="3495898" y="4118728"/>
                  <a:pt x="3495154" y="4116558"/>
                  <a:pt x="3493666" y="4114698"/>
                </a:cubicBezTo>
                <a:cubicBezTo>
                  <a:pt x="3492178" y="4112837"/>
                  <a:pt x="3489635" y="4111287"/>
                  <a:pt x="3486038" y="4110047"/>
                </a:cubicBezTo>
                <a:cubicBezTo>
                  <a:pt x="3482442" y="4108807"/>
                  <a:pt x="3477667" y="4107876"/>
                  <a:pt x="3471714" y="4107256"/>
                </a:cubicBezTo>
                <a:cubicBezTo>
                  <a:pt x="3465760" y="4106636"/>
                  <a:pt x="3458195" y="4106326"/>
                  <a:pt x="3449017" y="4106326"/>
                </a:cubicBezTo>
                <a:cubicBezTo>
                  <a:pt x="3440088" y="4106326"/>
                  <a:pt x="3432584" y="4106636"/>
                  <a:pt x="3426507" y="4107256"/>
                </a:cubicBezTo>
                <a:cubicBezTo>
                  <a:pt x="3420430" y="4107876"/>
                  <a:pt x="3415593" y="4108807"/>
                  <a:pt x="3411996" y="4110047"/>
                </a:cubicBezTo>
                <a:cubicBezTo>
                  <a:pt x="3408400" y="4111287"/>
                  <a:pt x="3405920" y="4112837"/>
                  <a:pt x="3404555" y="4114698"/>
                </a:cubicBezTo>
                <a:cubicBezTo>
                  <a:pt x="3403191" y="4116558"/>
                  <a:pt x="3402508" y="4118728"/>
                  <a:pt x="3402508" y="4121209"/>
                </a:cubicBezTo>
                <a:lnTo>
                  <a:pt x="3402508" y="4312311"/>
                </a:lnTo>
                <a:lnTo>
                  <a:pt x="3309566" y="4156706"/>
                </a:lnTo>
                <a:lnTo>
                  <a:pt x="3309566" y="3964939"/>
                </a:lnTo>
                <a:cubicBezTo>
                  <a:pt x="3309566" y="3962459"/>
                  <a:pt x="3308821" y="3960227"/>
                  <a:pt x="3307333" y="3958242"/>
                </a:cubicBezTo>
                <a:cubicBezTo>
                  <a:pt x="3305845" y="3956258"/>
                  <a:pt x="3303364" y="3954583"/>
                  <a:pt x="3299892" y="3953219"/>
                </a:cubicBezTo>
                <a:cubicBezTo>
                  <a:pt x="3296419" y="3951855"/>
                  <a:pt x="3291706" y="3950801"/>
                  <a:pt x="3285753" y="3950057"/>
                </a:cubicBezTo>
                <a:cubicBezTo>
                  <a:pt x="3279800" y="3949312"/>
                  <a:pt x="3272235" y="3948940"/>
                  <a:pt x="3263057" y="3948940"/>
                </a:cubicBezTo>
                <a:cubicBezTo>
                  <a:pt x="3253879" y="3948940"/>
                  <a:pt x="3246314" y="3949312"/>
                  <a:pt x="3240360" y="3950057"/>
                </a:cubicBezTo>
                <a:cubicBezTo>
                  <a:pt x="3234407" y="3950801"/>
                  <a:pt x="3229633" y="3951855"/>
                  <a:pt x="3226036" y="3953219"/>
                </a:cubicBezTo>
                <a:cubicBezTo>
                  <a:pt x="3222439" y="3954583"/>
                  <a:pt x="3219959" y="3956258"/>
                  <a:pt x="3218594" y="3958242"/>
                </a:cubicBezTo>
                <a:cubicBezTo>
                  <a:pt x="3217230" y="3960227"/>
                  <a:pt x="3216548" y="3962459"/>
                  <a:pt x="3216548" y="3964939"/>
                </a:cubicBezTo>
                <a:lnTo>
                  <a:pt x="3216548" y="3985109"/>
                </a:lnTo>
                <a:lnTo>
                  <a:pt x="3202416" y="3958898"/>
                </a:lnTo>
                <a:cubicBezTo>
                  <a:pt x="2933843" y="3437082"/>
                  <a:pt x="2692803" y="2782809"/>
                  <a:pt x="2457271" y="2102044"/>
                </a:cubicBezTo>
                <a:lnTo>
                  <a:pt x="2352970" y="1797441"/>
                </a:lnTo>
                <a:lnTo>
                  <a:pt x="2388187" y="1848143"/>
                </a:lnTo>
                <a:cubicBezTo>
                  <a:pt x="2419670" y="1888345"/>
                  <a:pt x="2454347" y="1928678"/>
                  <a:pt x="2490859" y="1969159"/>
                </a:cubicBezTo>
                <a:lnTo>
                  <a:pt x="2281309" y="1588159"/>
                </a:lnTo>
                <a:lnTo>
                  <a:pt x="2352970" y="1797441"/>
                </a:lnTo>
                <a:lnTo>
                  <a:pt x="2304676" y="1727909"/>
                </a:lnTo>
                <a:cubicBezTo>
                  <a:pt x="2162247" y="1488147"/>
                  <a:pt x="2183678" y="1252403"/>
                  <a:pt x="2662309" y="1016659"/>
                </a:cubicBezTo>
                <a:cubicBezTo>
                  <a:pt x="3220712" y="741625"/>
                  <a:pt x="4581299" y="-53614"/>
                  <a:pt x="5806061" y="28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endParaRPr lang="en-US" altLang="zh-CN" sz="60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0DD8B29-74C9-DA0A-E6D6-FCBB2935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440952"/>
            <a:ext cx="3732632" cy="2107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D502FA4-F011-2C4F-75D5-87EAD5D0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84" y="4581464"/>
            <a:ext cx="3732632" cy="2077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EF640A9-9ACC-027A-8A91-B8F7A5E97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3" y="2377116"/>
            <a:ext cx="3732632" cy="2103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文本框 1">
            <a:extLst>
              <a:ext uri="{FF2B5EF4-FFF2-40B4-BE49-F238E27FC236}">
                <a16:creationId xmlns:a16="http://schemas.microsoft.com/office/drawing/2014/main" id="{EE53D5E3-A73F-0512-390C-0AD9CF8151C9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2178ED69-65D7-AD2D-06BB-13898B837C40}"/>
              </a:ext>
            </a:extLst>
          </p:cNvPr>
          <p:cNvSpPr txBox="1"/>
          <p:nvPr/>
        </p:nvSpPr>
        <p:spPr>
          <a:xfrm>
            <a:off x="4878022" y="2847190"/>
            <a:ext cx="2241569" cy="75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  <a:r>
              <a:rPr kumimoji="1" lang="en-US" altLang="zh-CN" sz="20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codage</a:t>
            </a:r>
            <a:r>
              <a:rPr kumimoji="1" lang="en-US" altLang="zh-CN" sz="20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Design du site  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E1D4A161-3D6F-2B9A-C305-02A434EF7AAB}"/>
              </a:ext>
            </a:extLst>
          </p:cNvPr>
          <p:cNvSpPr txBox="1"/>
          <p:nvPr/>
        </p:nvSpPr>
        <p:spPr>
          <a:xfrm>
            <a:off x="5119126" y="3424823"/>
            <a:ext cx="2177538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CN" sz="1400" dirty="0"/>
              <a:t>HTML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28494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4B20-6532-C93A-1C04-35257464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CD7DE5-A007-2D68-2362-FC8F54C60CF8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83478A-371E-03A9-3C4E-8A9455006EE5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F1FFDA-0D3A-96EA-C4AE-D7E3A1E9DE9E}"/>
              </a:ext>
            </a:extLst>
          </p:cNvPr>
          <p:cNvSpPr txBox="1"/>
          <p:nvPr/>
        </p:nvSpPr>
        <p:spPr>
          <a:xfrm>
            <a:off x="7914803" y="2478329"/>
            <a:ext cx="3221355" cy="10817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Jason :</a:t>
            </a:r>
          </a:p>
          <a:p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Nom 		-    </a:t>
            </a:r>
            <a:r>
              <a:rPr lang="en-US" altLang="zh-CN" dirty="0" err="1"/>
              <a:t>Prenom</a:t>
            </a:r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altLang="zh-CN" dirty="0" err="1"/>
              <a:t>Adresse</a:t>
            </a:r>
            <a:r>
              <a:rPr lang="en-US" altLang="zh-CN" dirty="0"/>
              <a:t> principal 	-    Groupe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95DFDB-8E8A-5EE5-982F-3F82EDE199D9}"/>
              </a:ext>
            </a:extLst>
          </p:cNvPr>
          <p:cNvSpPr txBox="1"/>
          <p:nvPr/>
        </p:nvSpPr>
        <p:spPr>
          <a:xfrm>
            <a:off x="8186031" y="2043029"/>
            <a:ext cx="3076575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Csv / Jason</a:t>
            </a: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1458CBA2-3F6A-3D19-4F57-021598914D64}"/>
              </a:ext>
            </a:extLst>
          </p:cNvPr>
          <p:cNvSpPr txBox="1"/>
          <p:nvPr/>
        </p:nvSpPr>
        <p:spPr>
          <a:xfrm>
            <a:off x="4142250" y="297753"/>
            <a:ext cx="2635922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csv/json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5D4F182A-EF6B-ECFC-28E9-CF59B2921FD8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401479-E337-5F92-8195-ECC0E66EAB10}"/>
              </a:ext>
            </a:extLst>
          </p:cNvPr>
          <p:cNvSpPr txBox="1"/>
          <p:nvPr/>
        </p:nvSpPr>
        <p:spPr>
          <a:xfrm>
            <a:off x="24347" y="1843700"/>
            <a:ext cx="2668987" cy="10618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fr-FR" sz="1050" dirty="0"/>
              <a:t>{</a:t>
            </a:r>
          </a:p>
          <a:p>
            <a:r>
              <a:rPr lang="fr-FR" sz="1050" dirty="0"/>
              <a:t>  "nom": "Dupont",</a:t>
            </a:r>
          </a:p>
          <a:p>
            <a:r>
              <a:rPr lang="fr-FR" sz="1050" dirty="0"/>
              <a:t>  "</a:t>
            </a:r>
            <a:r>
              <a:rPr lang="fr-FR" sz="1050" dirty="0" err="1"/>
              <a:t>prenom</a:t>
            </a:r>
            <a:r>
              <a:rPr lang="fr-FR" sz="1050" dirty="0"/>
              <a:t>": "Jean",</a:t>
            </a:r>
          </a:p>
          <a:p>
            <a:r>
              <a:rPr lang="fr-FR" sz="1050" dirty="0"/>
              <a:t>  "</a:t>
            </a:r>
            <a:r>
              <a:rPr lang="fr-FR" sz="1050" dirty="0" err="1"/>
              <a:t>adresse_principale</a:t>
            </a:r>
            <a:r>
              <a:rPr lang="fr-FR" sz="1050" dirty="0"/>
              <a:t>": "25200 Montbéliard",</a:t>
            </a:r>
          </a:p>
          <a:p>
            <a:r>
              <a:rPr lang="fr-FR" sz="1050" dirty="0"/>
              <a:t>  "groupe": 1</a:t>
            </a:r>
          </a:p>
          <a:p>
            <a:r>
              <a:rPr lang="fr-FR" sz="1050" dirty="0"/>
              <a:t>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8604EC1-DC08-8835-293F-A23EA09E9DAD}"/>
              </a:ext>
            </a:extLst>
          </p:cNvPr>
          <p:cNvSpPr txBox="1"/>
          <p:nvPr/>
        </p:nvSpPr>
        <p:spPr>
          <a:xfrm>
            <a:off x="2993365" y="2551837"/>
            <a:ext cx="4376373" cy="175432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200" dirty="0"/>
              <a:t> // Extraction du Code Postal via Regex</a:t>
            </a:r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matchCP</a:t>
            </a:r>
            <a:r>
              <a:rPr lang="fr-FR" sz="1200" dirty="0"/>
              <a:t> = </a:t>
            </a:r>
            <a:r>
              <a:rPr lang="fr-FR" sz="1200" dirty="0" err="1"/>
              <a:t>adresse.match</a:t>
            </a:r>
            <a:r>
              <a:rPr lang="fr-FR" sz="1200" dirty="0"/>
              <a:t>(/\b(\d{5})\b/);</a:t>
            </a:r>
          </a:p>
          <a:p>
            <a:endParaRPr lang="fr-FR" sz="1200" dirty="0"/>
          </a:p>
          <a:p>
            <a:r>
              <a:rPr lang="fr-FR" sz="1200" dirty="0"/>
              <a:t>if (</a:t>
            </a:r>
            <a:r>
              <a:rPr lang="fr-FR" sz="1200" dirty="0" err="1"/>
              <a:t>matchCP</a:t>
            </a:r>
            <a:r>
              <a:rPr lang="fr-FR" sz="1200" dirty="0"/>
              <a:t>) {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cp</a:t>
            </a:r>
            <a:r>
              <a:rPr lang="fr-FR" sz="1200" dirty="0"/>
              <a:t> = </a:t>
            </a:r>
            <a:r>
              <a:rPr lang="fr-FR" sz="1200" dirty="0" err="1"/>
              <a:t>matchCP</a:t>
            </a:r>
            <a:r>
              <a:rPr lang="fr-FR" sz="1200" dirty="0"/>
              <a:t>[1];</a:t>
            </a:r>
          </a:p>
          <a:p>
            <a:r>
              <a:rPr lang="fr-FR" sz="1200" dirty="0"/>
              <a:t>    // Recherche de la correspondance dans le tableau des villes CSV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const</a:t>
            </a:r>
            <a:r>
              <a:rPr lang="fr-FR" sz="1200" dirty="0"/>
              <a:t> ville = </a:t>
            </a:r>
            <a:r>
              <a:rPr lang="fr-FR" sz="1200" dirty="0" err="1"/>
              <a:t>villes.find</a:t>
            </a:r>
            <a:r>
              <a:rPr lang="fr-FR" sz="1200" dirty="0"/>
              <a:t>(v =&gt; </a:t>
            </a:r>
            <a:r>
              <a:rPr lang="fr-FR" sz="1200" dirty="0" err="1"/>
              <a:t>v.cp</a:t>
            </a:r>
            <a:r>
              <a:rPr lang="fr-FR" sz="1200" dirty="0"/>
              <a:t> === </a:t>
            </a:r>
            <a:r>
              <a:rPr lang="fr-FR" sz="1200" dirty="0" err="1"/>
              <a:t>cp</a:t>
            </a:r>
            <a:r>
              <a:rPr lang="fr-FR" sz="1200" dirty="0"/>
              <a:t>);</a:t>
            </a:r>
          </a:p>
          <a:p>
            <a:r>
              <a:rPr lang="fr-FR" sz="1200" dirty="0"/>
              <a:t>    return ville; </a:t>
            </a:r>
          </a:p>
          <a:p>
            <a:r>
              <a:rPr lang="fr-FR" sz="1200" dirty="0"/>
              <a:t>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0EEF91-4FD7-7A55-25F2-99115AB4494D}"/>
              </a:ext>
            </a:extLst>
          </p:cNvPr>
          <p:cNvSpPr txBox="1"/>
          <p:nvPr/>
        </p:nvSpPr>
        <p:spPr>
          <a:xfrm>
            <a:off x="929394" y="4214708"/>
            <a:ext cx="1718189" cy="235449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050" dirty="0"/>
              <a:t>[</a:t>
            </a:r>
          </a:p>
          <a:p>
            <a:r>
              <a:rPr lang="fr-FR" sz="1050" dirty="0"/>
              <a:t>  {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dep</a:t>
            </a:r>
            <a:r>
              <a:rPr lang="fr-FR" sz="1050" dirty="0"/>
              <a:t>": "25",</a:t>
            </a:r>
          </a:p>
          <a:p>
            <a:r>
              <a:rPr lang="fr-FR" sz="1050" dirty="0"/>
              <a:t>    "nom": "Montbéliard",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cp</a:t>
            </a:r>
            <a:r>
              <a:rPr lang="fr-FR" sz="1050" dirty="0"/>
              <a:t>": "25200",</a:t>
            </a:r>
          </a:p>
          <a:p>
            <a:r>
              <a:rPr lang="fr-FR" sz="1050" dirty="0"/>
              <a:t>    "nb_hab_2012": "25974",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dens</a:t>
            </a:r>
            <a:r>
              <a:rPr lang="fr-FR" sz="1050" dirty="0"/>
              <a:t>": "1721",</a:t>
            </a:r>
          </a:p>
          <a:p>
            <a:r>
              <a:rPr lang="fr-FR" sz="1050" dirty="0"/>
              <a:t>    "surf": "15.01",</a:t>
            </a:r>
          </a:p>
          <a:p>
            <a:r>
              <a:rPr lang="fr-FR" sz="1050" dirty="0"/>
              <a:t>    "long": "6.7983",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lat</a:t>
            </a:r>
            <a:r>
              <a:rPr lang="fr-FR" sz="1050" dirty="0"/>
              <a:t>": "47.5103",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alt_min</a:t>
            </a:r>
            <a:r>
              <a:rPr lang="fr-FR" sz="1050" dirty="0"/>
              <a:t>": "311",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alt_max</a:t>
            </a:r>
            <a:r>
              <a:rPr lang="fr-FR" sz="1050" dirty="0"/>
              <a:t>": "396"</a:t>
            </a:r>
          </a:p>
          <a:p>
            <a:r>
              <a:rPr lang="fr-FR" sz="1050" dirty="0"/>
              <a:t>}</a:t>
            </a:r>
          </a:p>
          <a:p>
            <a:r>
              <a:rPr lang="fr-FR" sz="1050" dirty="0"/>
              <a:t>]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63526CCC-60FF-F73D-8F24-E892FA3B856D}"/>
              </a:ext>
            </a:extLst>
          </p:cNvPr>
          <p:cNvSpPr txBox="1"/>
          <p:nvPr/>
        </p:nvSpPr>
        <p:spPr>
          <a:xfrm>
            <a:off x="559824" y="1491362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Json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étudiants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846B4B6D-4B40-1DB4-18A2-0973568D81D1}"/>
              </a:ext>
            </a:extLst>
          </p:cNvPr>
          <p:cNvSpPr txBox="1"/>
          <p:nvPr/>
        </p:nvSpPr>
        <p:spPr>
          <a:xfrm>
            <a:off x="1086034" y="3825899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Json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ville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:a16="http://schemas.microsoft.com/office/drawing/2014/main" id="{B2122EE4-783C-E1ED-7536-32119AE1F07D}"/>
              </a:ext>
            </a:extLst>
          </p:cNvPr>
          <p:cNvSpPr txBox="1"/>
          <p:nvPr/>
        </p:nvSpPr>
        <p:spPr>
          <a:xfrm>
            <a:off x="3990262" y="2182505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du csv 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EC9696AD-C3D4-2DDC-A8EA-29EC6830C7F4}"/>
              </a:ext>
            </a:extLst>
          </p:cNvPr>
          <p:cNvSpPr txBox="1"/>
          <p:nvPr/>
        </p:nvSpPr>
        <p:spPr>
          <a:xfrm>
            <a:off x="7914803" y="3830859"/>
            <a:ext cx="3221355" cy="827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CSV :</a:t>
            </a:r>
          </a:p>
          <a:p>
            <a:endParaRPr lang="en-US" altLang="zh-CN" dirty="0"/>
          </a:p>
          <a:p>
            <a:r>
              <a:rPr lang="en-US" altLang="zh-CN" dirty="0"/>
              <a:t>Lien entre Json </a:t>
            </a:r>
            <a:r>
              <a:rPr lang="en-US" altLang="zh-CN" dirty="0" err="1"/>
              <a:t>étudiants</a:t>
            </a:r>
            <a:r>
              <a:rPr lang="en-US" altLang="zh-CN" dirty="0"/>
              <a:t> et csv </a:t>
            </a:r>
            <a:r>
              <a:rPr lang="en-US" altLang="zh-CN" dirty="0" err="1"/>
              <a:t>ville</a:t>
            </a:r>
            <a:r>
              <a:rPr lang="en-US" altLang="zh-CN" dirty="0"/>
              <a:t> </a:t>
            </a: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FF81EBD-8756-601E-7A0B-0DD4A7827287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A9C704EA-30AC-7493-8D62-21FB653C247C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544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3A70-AB23-0DF5-F02D-0C489783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2F3BC1D-EA21-FB64-1ABF-920240756A4D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8FB44-BBE3-E1A0-2532-0CB8836603FA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6E405B-F894-A164-A61F-1EA4FBEEF7D6}"/>
              </a:ext>
            </a:extLst>
          </p:cNvPr>
          <p:cNvSpPr txBox="1"/>
          <p:nvPr/>
        </p:nvSpPr>
        <p:spPr>
          <a:xfrm>
            <a:off x="8186031" y="2043029"/>
            <a:ext cx="3076575" cy="54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Api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utilisée</a:t>
            </a:r>
            <a:endParaRPr kumimoji="1" lang="en-US" altLang="zh-CN" sz="2800" dirty="0">
              <a:ln w="12700">
                <a:noFill/>
              </a:ln>
              <a:solidFill>
                <a:schemeClr val="bg1"/>
              </a:solidFill>
              <a:latin typeface="+mj-lt"/>
              <a:ea typeface="Source Han Sans CN Bold Bold"/>
              <a:cs typeface="Source Han Sans CN Bold Bold"/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B787DB93-62FA-1F02-32EA-BF92C2E395A0}"/>
              </a:ext>
            </a:extLst>
          </p:cNvPr>
          <p:cNvSpPr txBox="1"/>
          <p:nvPr/>
        </p:nvSpPr>
        <p:spPr>
          <a:xfrm>
            <a:off x="3847420" y="243187"/>
            <a:ext cx="5126037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Base de données 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3A3F527A-22CB-01A1-64F5-95A1CBD87898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E0B2275-767E-6592-05C4-C945FA660FED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373555EE-C824-BE2C-47A4-22DE76C6C5DA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DDCF2E-7403-BD34-8D93-FC252495D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69" y="1810748"/>
            <a:ext cx="4631378" cy="2851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FDA85DB-1A79-BAD0-B068-47389B94E4DC}"/>
              </a:ext>
            </a:extLst>
          </p:cNvPr>
          <p:cNvSpPr/>
          <p:nvPr/>
        </p:nvSpPr>
        <p:spPr>
          <a:xfrm>
            <a:off x="1033463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2C912C1-AA43-AF04-9189-E56A978433DC}"/>
              </a:ext>
            </a:extLst>
          </p:cNvPr>
          <p:cNvSpPr/>
          <p:nvPr/>
        </p:nvSpPr>
        <p:spPr>
          <a:xfrm>
            <a:off x="1969653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09837AD-6E3E-4928-1F41-D905F81AFCED}"/>
              </a:ext>
            </a:extLst>
          </p:cNvPr>
          <p:cNvSpPr/>
          <p:nvPr/>
        </p:nvSpPr>
        <p:spPr>
          <a:xfrm>
            <a:off x="2392829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8C8A09E-B432-394F-256D-63E8E516CF69}"/>
              </a:ext>
            </a:extLst>
          </p:cNvPr>
          <p:cNvSpPr/>
          <p:nvPr/>
        </p:nvSpPr>
        <p:spPr>
          <a:xfrm>
            <a:off x="2634615" y="2514600"/>
            <a:ext cx="271228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85A4527-9B5F-B7CD-5610-D89A997CED12}"/>
              </a:ext>
            </a:extLst>
          </p:cNvPr>
          <p:cNvSpPr/>
          <p:nvPr/>
        </p:nvSpPr>
        <p:spPr>
          <a:xfrm>
            <a:off x="2941398" y="2514600"/>
            <a:ext cx="563801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4ED34B5A-66E2-BF5B-F099-389437D07F0C}"/>
              </a:ext>
            </a:extLst>
          </p:cNvPr>
          <p:cNvSpPr/>
          <p:nvPr/>
        </p:nvSpPr>
        <p:spPr>
          <a:xfrm>
            <a:off x="3552591" y="2514600"/>
            <a:ext cx="589659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E44D940-CCCE-8E1B-D88A-5A73F43DE860}"/>
              </a:ext>
            </a:extLst>
          </p:cNvPr>
          <p:cNvSpPr/>
          <p:nvPr/>
        </p:nvSpPr>
        <p:spPr>
          <a:xfrm>
            <a:off x="4189642" y="2514600"/>
            <a:ext cx="406171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B2DDB3C9-AF93-16A2-0FEF-0DC4FBA14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56" y="4181792"/>
            <a:ext cx="2986509" cy="23683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EB7F30C9-7421-3539-EFEF-032D662BB18A}"/>
              </a:ext>
            </a:extLst>
          </p:cNvPr>
          <p:cNvSpPr txBox="1"/>
          <p:nvPr/>
        </p:nvSpPr>
        <p:spPr>
          <a:xfrm>
            <a:off x="7404555" y="3072059"/>
            <a:ext cx="4105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api-adresse.data.gouv.fr</a:t>
            </a:r>
            <a:endParaRPr lang="fr-FR" dirty="0">
              <a:effectLst/>
            </a:endParaRPr>
          </a:p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API Altimétrie (IGN)</a:t>
            </a:r>
            <a:endParaRPr lang="fr-FR" dirty="0">
              <a:effectLst/>
            </a:endParaRPr>
          </a:p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(Population, limites) : API Découpage Administratif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600005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B273-0C1A-57DE-F0B9-C218E369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B84F74A-8E46-2099-6414-CAE0114235CE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66113D-7599-E96D-D7F5-F5A52C1362B3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360A81-B952-545D-3791-A0A7E9630B6B}"/>
              </a:ext>
            </a:extLst>
          </p:cNvPr>
          <p:cNvSpPr txBox="1"/>
          <p:nvPr/>
        </p:nvSpPr>
        <p:spPr>
          <a:xfrm>
            <a:off x="8769876" y="1862492"/>
            <a:ext cx="307657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</a:rPr>
              <a:t>Html / java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086C9002-BE54-665C-554C-B7030B6419F4}"/>
              </a:ext>
            </a:extLst>
          </p:cNvPr>
          <p:cNvSpPr txBox="1"/>
          <p:nvPr/>
        </p:nvSpPr>
        <p:spPr>
          <a:xfrm>
            <a:off x="4142250" y="297753"/>
            <a:ext cx="3515850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HTML / java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9F906CCE-05F7-4E32-6F48-1543DCC10294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BOUHET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234744-E2A6-A62D-3E7C-01CA1DB0F6A0}"/>
              </a:ext>
            </a:extLst>
          </p:cNvPr>
          <p:cNvSpPr txBox="1"/>
          <p:nvPr/>
        </p:nvSpPr>
        <p:spPr>
          <a:xfrm>
            <a:off x="345549" y="1860694"/>
            <a:ext cx="4477912" cy="219290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FAD6980-B464-8BAD-9D9F-CD070B4AB64F}"/>
              </a:ext>
            </a:extLst>
          </p:cNvPr>
          <p:cNvSpPr txBox="1"/>
          <p:nvPr/>
        </p:nvSpPr>
        <p:spPr>
          <a:xfrm>
            <a:off x="2497634" y="4488552"/>
            <a:ext cx="4376373" cy="156966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200" dirty="0"/>
              <a:t> // Envoi des données sans recharger la page</a:t>
            </a:r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response</a:t>
            </a:r>
            <a:r>
              <a:rPr lang="fr-FR" sz="1200" dirty="0"/>
              <a:t> = </a:t>
            </a:r>
            <a:r>
              <a:rPr lang="fr-FR" sz="1200" dirty="0" err="1"/>
              <a:t>await</a:t>
            </a:r>
            <a:r>
              <a:rPr lang="fr-FR" sz="1200" dirty="0"/>
              <a:t> </a:t>
            </a:r>
            <a:r>
              <a:rPr lang="fr-FR" sz="1200" dirty="0" err="1"/>
              <a:t>fetch</a:t>
            </a:r>
            <a:r>
              <a:rPr lang="fr-FR" sz="1200" dirty="0"/>
              <a:t>("</a:t>
            </a:r>
            <a:r>
              <a:rPr lang="fr-FR" sz="1200" dirty="0" err="1"/>
              <a:t>traitement.php</a:t>
            </a:r>
            <a:r>
              <a:rPr lang="fr-FR" sz="1200" dirty="0"/>
              <a:t>", {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method</a:t>
            </a:r>
            <a:r>
              <a:rPr lang="fr-FR" sz="1200" dirty="0"/>
              <a:t>: "POST",</a:t>
            </a:r>
          </a:p>
          <a:p>
            <a:r>
              <a:rPr lang="fr-FR" sz="1200" dirty="0"/>
              <a:t>    body: </a:t>
            </a:r>
            <a:r>
              <a:rPr lang="fr-FR" sz="1200" dirty="0" err="1"/>
              <a:t>JSON.stringify</a:t>
            </a:r>
            <a:r>
              <a:rPr lang="fr-FR" sz="1200" dirty="0"/>
              <a:t>(</a:t>
            </a:r>
            <a:r>
              <a:rPr lang="fr-FR" sz="1200" dirty="0" err="1"/>
              <a:t>donneesFormulaire</a:t>
            </a:r>
            <a:r>
              <a:rPr lang="fr-FR" sz="1200" dirty="0"/>
              <a:t>)</a:t>
            </a:r>
          </a:p>
          <a:p>
            <a:r>
              <a:rPr lang="fr-FR" sz="1200" dirty="0"/>
              <a:t>});</a:t>
            </a:r>
          </a:p>
          <a:p>
            <a:endParaRPr lang="fr-FR" sz="1200" dirty="0"/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resultat</a:t>
            </a:r>
            <a:r>
              <a:rPr lang="fr-FR" sz="1200" dirty="0"/>
              <a:t> = </a:t>
            </a:r>
            <a:r>
              <a:rPr lang="fr-FR" sz="1200" dirty="0" err="1"/>
              <a:t>await</a:t>
            </a:r>
            <a:r>
              <a:rPr lang="fr-FR" sz="1200" dirty="0"/>
              <a:t> </a:t>
            </a:r>
            <a:r>
              <a:rPr lang="fr-FR" sz="1200" dirty="0" err="1"/>
              <a:t>response.json</a:t>
            </a:r>
            <a:r>
              <a:rPr lang="fr-FR" sz="1200" dirty="0"/>
              <a:t>();</a:t>
            </a:r>
          </a:p>
          <a:p>
            <a:r>
              <a:rPr lang="fr-FR" sz="1200" dirty="0" err="1"/>
              <a:t>alert</a:t>
            </a:r>
            <a:r>
              <a:rPr lang="fr-FR" sz="1200" dirty="0"/>
              <a:t>("Inscription réussie pour : " + </a:t>
            </a:r>
            <a:r>
              <a:rPr lang="fr-FR" sz="1200" dirty="0" err="1"/>
              <a:t>resultat.prenom</a:t>
            </a:r>
            <a:r>
              <a:rPr lang="fr-FR" sz="1200" dirty="0"/>
              <a:t>);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5CBDE6CE-DE60-DE78-5338-7DE1438BEA85}"/>
              </a:ext>
            </a:extLst>
          </p:cNvPr>
          <p:cNvSpPr txBox="1"/>
          <p:nvPr/>
        </p:nvSpPr>
        <p:spPr>
          <a:xfrm>
            <a:off x="581637" y="1491362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html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:a16="http://schemas.microsoft.com/office/drawing/2014/main" id="{FF91AD2C-7B23-966B-D5F4-6B6026CBE4C2}"/>
              </a:ext>
            </a:extLst>
          </p:cNvPr>
          <p:cNvSpPr txBox="1"/>
          <p:nvPr/>
        </p:nvSpPr>
        <p:spPr>
          <a:xfrm>
            <a:off x="3869795" y="4060120"/>
            <a:ext cx="30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du java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ou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javascript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7F649573-C22C-0EC5-8203-F63508179353}"/>
              </a:ext>
            </a:extLst>
          </p:cNvPr>
          <p:cNvSpPr txBox="1"/>
          <p:nvPr/>
        </p:nvSpPr>
        <p:spPr>
          <a:xfrm>
            <a:off x="8186031" y="2601145"/>
            <a:ext cx="3221355" cy="827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Java et html:</a:t>
            </a:r>
          </a:p>
          <a:p>
            <a:endParaRPr lang="en-US" altLang="zh-CN" dirty="0"/>
          </a:p>
          <a:p>
            <a:r>
              <a:rPr lang="en-US" altLang="zh-CN" dirty="0"/>
              <a:t>Lien entre Jason </a:t>
            </a:r>
            <a:r>
              <a:rPr lang="en-US" altLang="zh-CN" dirty="0" err="1"/>
              <a:t>étudiants</a:t>
            </a:r>
            <a:r>
              <a:rPr lang="en-US" altLang="zh-CN" dirty="0"/>
              <a:t> et csv </a:t>
            </a:r>
            <a:r>
              <a:rPr lang="en-US" altLang="zh-CN" dirty="0" err="1"/>
              <a:t>ville</a:t>
            </a:r>
            <a:r>
              <a:rPr lang="en-US" altLang="zh-CN" dirty="0"/>
              <a:t> </a:t>
            </a: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644E808-D4BE-A87F-3F5C-D5D41FDA599B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0DCDF301-DE11-39B4-6E25-DFEF2DF37340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05F336-7A18-42B4-676B-533E2110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21" y="1919794"/>
            <a:ext cx="3200564" cy="205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0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1F8A-72E1-FF04-460A-18F9AFE4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8F6BC64-E698-9ACC-F278-5864990EAF61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7AEF3F-E380-A521-EAD8-3F5BA9372623}"/>
              </a:ext>
            </a:extLst>
          </p:cNvPr>
          <p:cNvSpPr txBox="1"/>
          <p:nvPr/>
        </p:nvSpPr>
        <p:spPr>
          <a:xfrm>
            <a:off x="1233949" y="1045029"/>
            <a:ext cx="5384565" cy="94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accent1"/>
                </a:solidFill>
                <a:latin typeface="+mj-lt"/>
              </a:rPr>
              <a:t>LA FINITION 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>( les guides ) </a:t>
            </a:r>
            <a:endParaRPr lang="en-US" altLang="zh-CN" sz="40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1C9CEC-D5DB-1479-5298-DF13E08D3309}"/>
              </a:ext>
            </a:extLst>
          </p:cNvPr>
          <p:cNvGrpSpPr/>
          <p:nvPr/>
        </p:nvGrpSpPr>
        <p:grpSpPr>
          <a:xfrm>
            <a:off x="1428750" y="2247900"/>
            <a:ext cx="3067050" cy="3962400"/>
            <a:chOff x="1428750" y="2343150"/>
            <a:chExt cx="3067050" cy="39624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2FA09F2-E5B3-3B1F-E659-39B8C4471AAD}"/>
                </a:ext>
              </a:extLst>
            </p:cNvPr>
            <p:cNvSpPr/>
            <p:nvPr/>
          </p:nvSpPr>
          <p:spPr>
            <a:xfrm>
              <a:off x="1428750" y="2343150"/>
              <a:ext cx="2800350" cy="39624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ECE66C6-E7E7-0641-0CC2-77DFAC2DFCC5}"/>
                </a:ext>
              </a:extLst>
            </p:cNvPr>
            <p:cNvSpPr/>
            <p:nvPr/>
          </p:nvSpPr>
          <p:spPr>
            <a:xfrm>
              <a:off x="3981450" y="2343150"/>
              <a:ext cx="247650" cy="7429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C10DA27-446C-5408-102B-F40C1CB03F6A}"/>
                </a:ext>
              </a:extLst>
            </p:cNvPr>
            <p:cNvSpPr txBox="1"/>
            <p:nvPr/>
          </p:nvSpPr>
          <p:spPr>
            <a:xfrm>
              <a:off x="1633999" y="3041137"/>
              <a:ext cx="2861801" cy="381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1800" dirty="0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Guide </a:t>
              </a:r>
              <a:r>
                <a:rPr kumimoji="1" lang="en-US" altLang="zh-CN" sz="1800" dirty="0" err="1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d’utilisation</a:t>
              </a:r>
              <a:r>
                <a:rPr kumimoji="1" lang="en-US" altLang="zh-CN" sz="1800" dirty="0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 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A8F119E-978A-29FD-7B83-BA8C88BA73AA}"/>
              </a:ext>
            </a:extLst>
          </p:cNvPr>
          <p:cNvSpPr/>
          <p:nvPr/>
        </p:nvSpPr>
        <p:spPr>
          <a:xfrm>
            <a:off x="4933950" y="2247900"/>
            <a:ext cx="2800350" cy="396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E58C0C-10A7-1CB9-3355-6FD3EC6F1730}"/>
              </a:ext>
            </a:extLst>
          </p:cNvPr>
          <p:cNvSpPr/>
          <p:nvPr/>
        </p:nvSpPr>
        <p:spPr>
          <a:xfrm>
            <a:off x="74866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CA4D05-3B57-C591-7F51-D607121F7AB8}"/>
              </a:ext>
            </a:extLst>
          </p:cNvPr>
          <p:cNvSpPr txBox="1"/>
          <p:nvPr/>
        </p:nvSpPr>
        <p:spPr>
          <a:xfrm>
            <a:off x="5139199" y="2945887"/>
            <a:ext cx="2861801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Guide de </a:t>
            </a:r>
            <a:r>
              <a:rPr kumimoji="1" lang="en-US" altLang="zh-CN" sz="18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développement</a:t>
            </a: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F8192A-AEDD-9755-78E2-88822E53F7C3}"/>
              </a:ext>
            </a:extLst>
          </p:cNvPr>
          <p:cNvSpPr/>
          <p:nvPr/>
        </p:nvSpPr>
        <p:spPr>
          <a:xfrm>
            <a:off x="8439150" y="2247900"/>
            <a:ext cx="2800350" cy="396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B2ED3A-5FB2-623F-30B5-D8F8EFDBC3EB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5CA20100-7AB7-A6F6-15BB-B817783D36C5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文本框 21">
            <a:extLst>
              <a:ext uri="{FF2B5EF4-FFF2-40B4-BE49-F238E27FC236}">
                <a16:creationId xmlns:a16="http://schemas.microsoft.com/office/drawing/2014/main" id="{6903A601-CDDE-87E1-BDE2-6BFEB1BEDEED}"/>
              </a:ext>
            </a:extLst>
          </p:cNvPr>
          <p:cNvSpPr txBox="1"/>
          <p:nvPr/>
        </p:nvSpPr>
        <p:spPr>
          <a:xfrm>
            <a:off x="8650850" y="2943166"/>
            <a:ext cx="2861801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Cahier des charges</a:t>
            </a:r>
          </a:p>
        </p:txBody>
      </p:sp>
      <p:sp>
        <p:nvSpPr>
          <p:cNvPr id="13" name="矩形 19">
            <a:extLst>
              <a:ext uri="{FF2B5EF4-FFF2-40B4-BE49-F238E27FC236}">
                <a16:creationId xmlns:a16="http://schemas.microsoft.com/office/drawing/2014/main" id="{1500F163-0ADA-E66E-6841-DB1E133F2FE8}"/>
              </a:ext>
            </a:extLst>
          </p:cNvPr>
          <p:cNvSpPr/>
          <p:nvPr/>
        </p:nvSpPr>
        <p:spPr>
          <a:xfrm>
            <a:off x="39814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E12F6876-8214-D34F-CB9F-8BE21C4400BC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8D6DB279-6A20-4A90-7FA8-EF469FA6EE32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C8FC265-D3FE-FEBC-10ED-9E41E3744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14" y="3953643"/>
            <a:ext cx="2261661" cy="1630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2ADBBD6-92BB-2D15-6DAB-55ECD21BB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913" y="3732288"/>
            <a:ext cx="1657435" cy="2073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057197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9C12-EC57-E71E-EB17-E322EE98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84BC85-23BF-A643-54F4-307FFA2F862B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32BEED-9875-9A47-1890-EDFAF15A32EF}"/>
              </a:ext>
            </a:extLst>
          </p:cNvPr>
          <p:cNvSpPr txBox="1"/>
          <p:nvPr/>
        </p:nvSpPr>
        <p:spPr>
          <a:xfrm>
            <a:off x="2026769" y="566564"/>
            <a:ext cx="5384565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600" b="1" dirty="0">
                <a:solidFill>
                  <a:schemeClr val="accent1"/>
                </a:solidFill>
                <a:latin typeface="+mj-lt"/>
              </a:rPr>
              <a:t>Option </a:t>
            </a:r>
            <a:r>
              <a:rPr lang="en-US" altLang="zh-CN" sz="6600" b="1" dirty="0" err="1">
                <a:solidFill>
                  <a:schemeClr val="accent1"/>
                </a:solidFill>
                <a:latin typeface="+mj-lt"/>
              </a:rPr>
              <a:t>ajouté</a:t>
            </a:r>
            <a:r>
              <a:rPr lang="en-US" altLang="zh-CN" sz="6600" b="1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99D12E-DA92-84D5-E161-361F17A700B6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CD124A69-3178-B0EA-B2FA-839ECB3AD321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ED60ED67-7FF8-AC18-342E-222052D97DFB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E24320EB-0186-A8F1-AAFC-DA57F3828E49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" name="直接连接符 11">
            <a:extLst>
              <a:ext uri="{FF2B5EF4-FFF2-40B4-BE49-F238E27FC236}">
                <a16:creationId xmlns:a16="http://schemas.microsoft.com/office/drawing/2014/main" id="{6711906B-115B-9614-726B-E505A8F0E480}"/>
              </a:ext>
            </a:extLst>
          </p:cNvPr>
          <p:cNvCxnSpPr>
            <a:cxnSpLocks/>
          </p:cNvCxnSpPr>
          <p:nvPr/>
        </p:nvCxnSpPr>
        <p:spPr>
          <a:xfrm>
            <a:off x="2026769" y="2021949"/>
            <a:ext cx="3608487" cy="302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744A3DCE-5900-997B-FFCF-CCBCDF429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2" y="2443138"/>
            <a:ext cx="7074264" cy="3848298"/>
          </a:xfrm>
          <a:prstGeom prst="rect">
            <a:avLst/>
          </a:prstGeom>
        </p:spPr>
      </p:pic>
      <p:sp>
        <p:nvSpPr>
          <p:cNvPr id="7" name="矩形 3">
            <a:extLst>
              <a:ext uri="{FF2B5EF4-FFF2-40B4-BE49-F238E27FC236}">
                <a16:creationId xmlns:a16="http://schemas.microsoft.com/office/drawing/2014/main" id="{31F6B10B-715D-C63E-FD9E-167EEBA0F622}"/>
              </a:ext>
            </a:extLst>
          </p:cNvPr>
          <p:cNvSpPr/>
          <p:nvPr/>
        </p:nvSpPr>
        <p:spPr>
          <a:xfrm>
            <a:off x="8111242" y="2812312"/>
            <a:ext cx="2634696" cy="22572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09A3CA-DB5D-9691-E769-565F873F6F29}"/>
              </a:ext>
            </a:extLst>
          </p:cNvPr>
          <p:cNvSpPr txBox="1"/>
          <p:nvPr/>
        </p:nvSpPr>
        <p:spPr>
          <a:xfrm>
            <a:off x="7915275" y="3157708"/>
            <a:ext cx="3076575" cy="101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fr-FR" sz="2800" noProof="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Automatisation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Du guide</a:t>
            </a: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C3EAC2B9-0B9A-5293-010A-FF4563AA5CBE}"/>
              </a:ext>
            </a:extLst>
          </p:cNvPr>
          <p:cNvSpPr/>
          <p:nvPr/>
        </p:nvSpPr>
        <p:spPr>
          <a:xfrm rot="18225413" flipV="1">
            <a:off x="-3978748" y="459152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8141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D7BD-C6C7-B9D6-E5D4-654B3D16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6">
            <a:extLst>
              <a:ext uri="{FF2B5EF4-FFF2-40B4-BE49-F238E27FC236}">
                <a16:creationId xmlns:a16="http://schemas.microsoft.com/office/drawing/2014/main" id="{5DD879CD-F9DB-D43B-846A-CD4D4978D718}"/>
              </a:ext>
            </a:extLst>
          </p:cNvPr>
          <p:cNvSpPr/>
          <p:nvPr/>
        </p:nvSpPr>
        <p:spPr>
          <a:xfrm flipV="1">
            <a:off x="4301812" y="-5608172"/>
            <a:ext cx="8200104" cy="5073445"/>
          </a:xfrm>
          <a:prstGeom prst="triangl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E95E7825-BB51-ACCA-DFAB-F5AAC34FC0DC}"/>
              </a:ext>
            </a:extLst>
          </p:cNvPr>
          <p:cNvSpPr/>
          <p:nvPr/>
        </p:nvSpPr>
        <p:spPr>
          <a:xfrm rot="5400000" flipV="1">
            <a:off x="12323150" y="1733387"/>
            <a:ext cx="6253316" cy="3799968"/>
          </a:xfrm>
          <a:prstGeom prst="triangl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B3D6FE9-8E60-AF2A-36DA-510C379F9274}"/>
              </a:ext>
            </a:extLst>
          </p:cNvPr>
          <p:cNvSpPr/>
          <p:nvPr/>
        </p:nvSpPr>
        <p:spPr>
          <a:xfrm rot="10800000" flipV="1">
            <a:off x="5938684" y="763038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DB79C5-147D-8E1D-0455-93F4A1852D0C}"/>
              </a:ext>
            </a:extLst>
          </p:cNvPr>
          <p:cNvSpPr txBox="1"/>
          <p:nvPr/>
        </p:nvSpPr>
        <p:spPr>
          <a:xfrm>
            <a:off x="637658" y="1228125"/>
            <a:ext cx="7325035" cy="1336071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chemeClr val="accent1"/>
                </a:solidFill>
                <a:latin typeface="+mj-lt"/>
              </a:rPr>
              <a:t>Merci d’avoir écouté</a:t>
            </a:r>
            <a:r>
              <a:rPr lang="zh-CN" altLang="en-US" sz="6000" b="1" dirty="0">
                <a:solidFill>
                  <a:schemeClr val="accent1"/>
                </a:solidFill>
                <a:latin typeface="+mj-lt"/>
              </a:rPr>
              <a:t>！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B052361-4540-00B0-39C4-194FA1E7DD9C}"/>
              </a:ext>
            </a:extLst>
          </p:cNvPr>
          <p:cNvCxnSpPr>
            <a:cxnSpLocks/>
          </p:cNvCxnSpPr>
          <p:nvPr/>
        </p:nvCxnSpPr>
        <p:spPr>
          <a:xfrm>
            <a:off x="794068" y="2578767"/>
            <a:ext cx="5692877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142E3FA-6FD7-FF94-5D1C-893DBBD40A56}"/>
              </a:ext>
            </a:extLst>
          </p:cNvPr>
          <p:cNvSpPr/>
          <p:nvPr/>
        </p:nvSpPr>
        <p:spPr>
          <a:xfrm>
            <a:off x="-133311" y="-73474"/>
            <a:ext cx="4351349" cy="10485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11BDEC-35FD-99C5-2DD4-374F495F7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9" y="0"/>
            <a:ext cx="1097888" cy="8749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0FC4F90-E91C-2803-AEDC-DB47D8044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43" y="83489"/>
            <a:ext cx="1447020" cy="734641"/>
          </a:xfrm>
          <a:prstGeom prst="rect">
            <a:avLst/>
          </a:prstGeom>
        </p:spPr>
      </p:pic>
      <p:sp>
        <p:nvSpPr>
          <p:cNvPr id="13" name="文本框 1">
            <a:extLst>
              <a:ext uri="{FF2B5EF4-FFF2-40B4-BE49-F238E27FC236}">
                <a16:creationId xmlns:a16="http://schemas.microsoft.com/office/drawing/2014/main" id="{A6D781AF-76EB-AE56-E11C-1ECED3858094}"/>
              </a:ext>
            </a:extLst>
          </p:cNvPr>
          <p:cNvSpPr txBox="1"/>
          <p:nvPr/>
        </p:nvSpPr>
        <p:spPr>
          <a:xfrm>
            <a:off x="2687701" y="0"/>
            <a:ext cx="40195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Mohamed HATTAB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Bilal BOUHOUT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Arif ALTINKAYNAK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6" name="矩形: 圆角 14">
            <a:extLst>
              <a:ext uri="{FF2B5EF4-FFF2-40B4-BE49-F238E27FC236}">
                <a16:creationId xmlns:a16="http://schemas.microsoft.com/office/drawing/2014/main" id="{59DF2AE2-D027-0A8E-B8BD-622FC84F56F6}"/>
              </a:ext>
            </a:extLst>
          </p:cNvPr>
          <p:cNvSpPr/>
          <p:nvPr/>
        </p:nvSpPr>
        <p:spPr>
          <a:xfrm>
            <a:off x="4685237" y="5446856"/>
            <a:ext cx="1624714" cy="3798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2400" dirty="0">
                <a:latin typeface="+mj-lt"/>
              </a:rPr>
              <a:t>BUT R&amp;T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23D9B9F-CC82-BC1F-DAB5-D8EB56637588}"/>
              </a:ext>
            </a:extLst>
          </p:cNvPr>
          <p:cNvSpPr/>
          <p:nvPr/>
        </p:nvSpPr>
        <p:spPr>
          <a:xfrm>
            <a:off x="-714389" y="6516984"/>
            <a:ext cx="4351349" cy="569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98E5C624-CDD0-3157-629D-3B50FC654724}"/>
              </a:ext>
            </a:extLst>
          </p:cNvPr>
          <p:cNvSpPr txBox="1"/>
          <p:nvPr/>
        </p:nvSpPr>
        <p:spPr>
          <a:xfrm>
            <a:off x="280626" y="6508659"/>
            <a:ext cx="401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Jury :                               Dates : Avril 2026</a:t>
            </a:r>
            <a:endParaRPr lang="zh-CN" altLang="en-US" sz="1400" dirty="0">
              <a:latin typeface="+mj-lt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4EB576C-88B8-5D03-CC78-A3411224D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736" y="2759778"/>
            <a:ext cx="4221724" cy="27402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74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02344 0.7812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3907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41537 -0.0298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68" y="-150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01289 -0.5238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" y="-2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/>
      <p:bldP spid="1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35DBE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欧美风">
      <a:majorFont>
        <a:latin typeface="OPPOSans H"/>
        <a:ea typeface="OPPOSans R"/>
        <a:cs typeface=""/>
      </a:majorFont>
      <a:minorFont>
        <a:latin typeface="OPPOSans M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0E2841"/>
    </a:dk2>
    <a:lt2>
      <a:srgbClr val="E8E8E8"/>
    </a:lt2>
    <a:accent1>
      <a:srgbClr val="235DBE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695</Words>
  <Application>Microsoft Office PowerPoint</Application>
  <PresentationFormat>Grand écran</PresentationFormat>
  <Paragraphs>196</Paragraphs>
  <Slides>14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等线</vt:lpstr>
      <vt:lpstr>Arial</vt:lpstr>
      <vt:lpstr>Bookman Old Style</vt:lpstr>
      <vt:lpstr>OPPOSans H</vt:lpstr>
      <vt:lpstr>OPPOSans M</vt:lpstr>
      <vt:lpstr>OPPOSans M (Corps)</vt:lpstr>
      <vt:lpstr>Office 主题​​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dzv1002024@outlook.com</dc:creator>
  <cp:lastModifiedBy>Momo25 Pati</cp:lastModifiedBy>
  <cp:revision>10</cp:revision>
  <dcterms:created xsi:type="dcterms:W3CDTF">2026-04-17T06:13:41Z</dcterms:created>
  <dcterms:modified xsi:type="dcterms:W3CDTF">2026-04-30T13:56:26Z</dcterms:modified>
</cp:coreProperties>
</file>